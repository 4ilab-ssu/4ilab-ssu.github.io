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57" r:id="rId4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35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41"/>
    <p:restoredTop sz="94658"/>
  </p:normalViewPr>
  <p:slideViewPr>
    <p:cSldViewPr snapToGrid="0">
      <p:cViewPr varScale="1">
        <p:scale>
          <a:sx n="106" d="100"/>
          <a:sy n="106" d="100"/>
        </p:scale>
        <p:origin x="21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0414-0201-E9A6-820C-94B6D3553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CB3DDE-73D1-D3E4-3F3E-7DC5E052FC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61AC4-DFC9-9486-18D2-17DA2A1E3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87652-E6DF-6D48-B8C4-A813C44C05CC}" type="datetimeFigureOut">
              <a:rPr lang="en-KR" smtClean="0"/>
              <a:t>8/13/25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3D091-9385-E50D-8714-D699B3B5F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13460-9558-CAFE-B5A8-CD2D5FF46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8EA8F-666C-024D-A6CF-25B28E4D2CB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002744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5E4D9-3E7C-5501-A052-14972907E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4D1BA-4914-CC8B-B1B7-0EF6ECFDB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77328-CFDF-169B-C6E4-AE092F651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87652-E6DF-6D48-B8C4-A813C44C05CC}" type="datetimeFigureOut">
              <a:rPr lang="en-KR" smtClean="0"/>
              <a:t>8/13/25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B2B18-99FB-37E0-86A7-F7BF1ED62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41A47-BA0B-BB16-1158-CF2A0213B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8EA8F-666C-024D-A6CF-25B28E4D2CB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6956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1147C-43AB-718D-2CE7-980A344E3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982FE-7307-A4D0-4F24-5B21E7D20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FE842-596A-7BC6-DCCE-3EEF5B75F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87652-E6DF-6D48-B8C4-A813C44C05CC}" type="datetimeFigureOut">
              <a:rPr lang="en-KR" smtClean="0"/>
              <a:t>8/13/25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A1C3D-CE9B-8E3E-6B9F-DF9705742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D4BDF-B17A-383B-9FBE-1E9C85AEC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8EA8F-666C-024D-A6CF-25B28E4D2CB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494469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B763D-7885-D95A-ED6B-7C1660A96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DD162-5072-B7A3-CBEA-7B97810F2B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53BD64-6D84-25FA-90E5-6A68B424F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155958-101E-F588-AA0B-AB8A98213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87652-E6DF-6D48-B8C4-A813C44C05CC}" type="datetimeFigureOut">
              <a:rPr lang="en-KR" smtClean="0"/>
              <a:t>8/13/25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94FB48-5BD1-E229-F678-C0A12F65C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3D461-9DCF-05F1-E975-1030BB38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8EA8F-666C-024D-A6CF-25B28E4D2CB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62461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297E-05E0-8102-1161-F135D0DB5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08DE9-D269-98CA-66DC-ED645C01F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CDCBED-6BAB-E9CA-CC77-8D84EE464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1598EC-823C-1B72-617C-3DB48F3F00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8801EF-EC4D-E33C-47F2-A59033B842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D9B999-B9DE-E25A-DB10-2C831DB04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87652-E6DF-6D48-B8C4-A813C44C05CC}" type="datetimeFigureOut">
              <a:rPr lang="en-KR" smtClean="0"/>
              <a:t>8/13/25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4F45B2-E460-5215-EBD8-21951CD09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684007-A8E8-FA98-F9F1-3305A3C65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8EA8F-666C-024D-A6CF-25B28E4D2CB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334565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9D46F-9F1E-4ECC-0DFE-112FD04AB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E19BCF-2D15-0A24-7A61-0FD2ED00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87652-E6DF-6D48-B8C4-A813C44C05CC}" type="datetimeFigureOut">
              <a:rPr lang="en-KR" smtClean="0"/>
              <a:t>8/13/25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B3806D-3F9E-E501-9D30-00A54D005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2BD4B-44D7-3200-52DA-26EF46920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8EA8F-666C-024D-A6CF-25B28E4D2CB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27975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84C580-C55F-3A23-52D7-BFCEC81A6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87652-E6DF-6D48-B8C4-A813C44C05CC}" type="datetimeFigureOut">
              <a:rPr lang="en-KR" smtClean="0"/>
              <a:t>8/13/25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E5615E-EFAB-C00C-FFA6-543CB3931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E7E04-0EA8-DE93-3DCE-BF3F743DD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8EA8F-666C-024D-A6CF-25B28E4D2CB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35181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A186F-FBE0-14A6-9906-FF1C18840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CBCE6-3E7A-111C-AFBC-4715D9452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AA9858-3D5D-B6C2-8438-4528C82CD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0C6BAC-CB7C-2359-0040-D2968E6E6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87652-E6DF-6D48-B8C4-A813C44C05CC}" type="datetimeFigureOut">
              <a:rPr lang="en-KR" smtClean="0"/>
              <a:t>8/13/25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57A49-33C1-9AC7-2DC6-767104860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0F155-7761-CEB1-1244-89BEFC3F2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8EA8F-666C-024D-A6CF-25B28E4D2CB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131689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4BBC9-9458-8782-94C6-D4B6ABFDE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5226C0-305F-716D-61E3-3ED9E68468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B4ED6-831D-7F63-37B9-72814DD60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EA4CC-3146-CEA8-CD44-FAE13BF45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87652-E6DF-6D48-B8C4-A813C44C05CC}" type="datetimeFigureOut">
              <a:rPr lang="en-KR" smtClean="0"/>
              <a:t>8/13/25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B2AA5-CBED-B3EE-7D3E-B23049C7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6731D2-3EEC-D755-AAB1-588710E9D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8EA8F-666C-024D-A6CF-25B28E4D2CB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2174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8835-FF5D-AF98-103F-13400BA85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2F0411-8EDC-A84D-5893-8F759134B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C1946-E270-C9D3-D43C-653CA45C7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87652-E6DF-6D48-B8C4-A813C44C05CC}" type="datetimeFigureOut">
              <a:rPr lang="en-KR" smtClean="0"/>
              <a:t>8/13/25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D9A9D-CEF2-BCF4-4C52-3C7DD9B5F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F12D3-FDB9-2713-B6DB-298EDD089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8EA8F-666C-024D-A6CF-25B28E4D2CB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455782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C03622-4157-B4D3-EFB9-2E05F3D60E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309A7E-B9D0-591F-A759-D0A012099E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8DD3B-5840-A40D-BC40-E8267F6AB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87652-E6DF-6D48-B8C4-A813C44C05CC}" type="datetimeFigureOut">
              <a:rPr lang="en-KR" smtClean="0"/>
              <a:t>8/13/25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37F5D-FE60-D1AE-208A-9ACC4128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91F1C-904C-6EE0-D10D-7E2E0E701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8EA8F-666C-024D-A6CF-25B28E4D2CB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89321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7913B4-2BC5-4EC7-82DD-9A84A5B3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D7B05-68DA-1FC6-6047-4B9583497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A250D-FD14-F74C-C982-F88EE90375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087652-E6DF-6D48-B8C4-A813C44C05CC}" type="datetimeFigureOut">
              <a:rPr lang="en-KR" smtClean="0"/>
              <a:t>8/13/25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06750-F935-7427-A689-97254EE915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BFFED-7999-7AB4-514B-4B9C804783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08EA8F-666C-024D-A6CF-25B28E4D2CB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298454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text and blue dots&#10;&#10;AI-generated content may be incorrect.">
            <a:extLst>
              <a:ext uri="{FF2B5EF4-FFF2-40B4-BE49-F238E27FC236}">
                <a16:creationId xmlns:a16="http://schemas.microsoft.com/office/drawing/2014/main" id="{E3C34CC6-5A48-062A-3541-F6DC498195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3401" y="1738730"/>
            <a:ext cx="10905198" cy="338054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1575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2B87F-E82E-56EB-851C-F663EF7FF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4A3E6DE8-8839-4450-2605-C41F1C74C982}"/>
              </a:ext>
            </a:extLst>
          </p:cNvPr>
          <p:cNvGrpSpPr/>
          <p:nvPr/>
        </p:nvGrpSpPr>
        <p:grpSpPr>
          <a:xfrm>
            <a:off x="1292606" y="2040587"/>
            <a:ext cx="9606789" cy="2776826"/>
            <a:chOff x="866553" y="2669903"/>
            <a:chExt cx="9606789" cy="2776826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C627D99B-A200-874E-7B4E-CC9D289BDF03}"/>
                </a:ext>
              </a:extLst>
            </p:cNvPr>
            <p:cNvGrpSpPr/>
            <p:nvPr/>
          </p:nvGrpSpPr>
          <p:grpSpPr>
            <a:xfrm>
              <a:off x="3579642" y="2669903"/>
              <a:ext cx="6893700" cy="2776826"/>
              <a:chOff x="3579642" y="2669903"/>
              <a:chExt cx="6893700" cy="2776826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5ACA9B8-CDCB-26AF-12D9-58D3F2F93C4E}"/>
                  </a:ext>
                </a:extLst>
              </p:cNvPr>
              <p:cNvSpPr txBox="1"/>
              <p:nvPr/>
            </p:nvSpPr>
            <p:spPr>
              <a:xfrm>
                <a:off x="6127665" y="4457460"/>
                <a:ext cx="418018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sz="2800" b="1" dirty="0">
                    <a:solidFill>
                      <a:srgbClr val="0D3561"/>
                    </a:solidFill>
                  </a:rPr>
                  <a:t>Integrated Information &amp;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02B63E3-02C5-67B3-7250-ECF25A047F95}"/>
                  </a:ext>
                </a:extLst>
              </p:cNvPr>
              <p:cNvSpPr txBox="1"/>
              <p:nvPr/>
            </p:nvSpPr>
            <p:spPr>
              <a:xfrm>
                <a:off x="6127665" y="2669903"/>
                <a:ext cx="4345677" cy="20928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sz="12500" b="1" dirty="0">
                    <a:solidFill>
                      <a:srgbClr val="0D3561"/>
                    </a:solidFill>
                  </a:rPr>
                  <a:t>4ILab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6B8D88-2C29-A352-9262-813690B6FDBF}"/>
                  </a:ext>
                </a:extLst>
              </p:cNvPr>
              <p:cNvSpPr txBox="1"/>
              <p:nvPr/>
            </p:nvSpPr>
            <p:spPr>
              <a:xfrm>
                <a:off x="6127665" y="4895548"/>
                <a:ext cx="426341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KR" sz="2800" b="1" dirty="0">
                    <a:solidFill>
                      <a:srgbClr val="0D3561"/>
                    </a:solidFill>
                  </a:rPr>
                  <a:t>Intelligence Imaging Lab.</a:t>
                </a:r>
              </a:p>
            </p:txBody>
          </p: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622F0290-C4FB-FF46-A456-14B1BCB2CEC5}"/>
                  </a:ext>
                </a:extLst>
              </p:cNvPr>
              <p:cNvGrpSpPr/>
              <p:nvPr/>
            </p:nvGrpSpPr>
            <p:grpSpPr>
              <a:xfrm>
                <a:off x="3579642" y="3093323"/>
                <a:ext cx="2250351" cy="2353406"/>
                <a:chOff x="2628366" y="998876"/>
                <a:chExt cx="2250351" cy="2353406"/>
              </a:xfrm>
            </p:grpSpPr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E8145832-361E-FBC3-273C-8DB458ABB29D}"/>
                    </a:ext>
                  </a:extLst>
                </p:cNvPr>
                <p:cNvGrpSpPr/>
                <p:nvPr/>
              </p:nvGrpSpPr>
              <p:grpSpPr>
                <a:xfrm>
                  <a:off x="2628366" y="998876"/>
                  <a:ext cx="2250351" cy="2353406"/>
                  <a:chOff x="3570673" y="3065362"/>
                  <a:chExt cx="2250351" cy="2353406"/>
                </a:xfrm>
              </p:grpSpPr>
              <p:sp>
                <p:nvSpPr>
                  <p:cNvPr id="13" name="Oval 12">
                    <a:extLst>
                      <a:ext uri="{FF2B5EF4-FFF2-40B4-BE49-F238E27FC236}">
                        <a16:creationId xmlns:a16="http://schemas.microsoft.com/office/drawing/2014/main" id="{E0B572BA-4C0A-C9BD-E60B-C3244F78501D}"/>
                      </a:ext>
                    </a:extLst>
                  </p:cNvPr>
                  <p:cNvSpPr/>
                  <p:nvPr/>
                </p:nvSpPr>
                <p:spPr>
                  <a:xfrm>
                    <a:off x="4500583" y="3065362"/>
                    <a:ext cx="432848" cy="432848"/>
                  </a:xfrm>
                  <a:prstGeom prst="ellipse">
                    <a:avLst/>
                  </a:prstGeom>
                  <a:solidFill>
                    <a:srgbClr val="0D356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KR"/>
                  </a:p>
                </p:txBody>
              </p:sp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11AC6534-5D07-1217-443A-CF993CE6998E}"/>
                      </a:ext>
                    </a:extLst>
                  </p:cNvPr>
                  <p:cNvSpPr/>
                  <p:nvPr/>
                </p:nvSpPr>
                <p:spPr>
                  <a:xfrm>
                    <a:off x="4500583" y="4154857"/>
                    <a:ext cx="432848" cy="432848"/>
                  </a:xfrm>
                  <a:prstGeom prst="ellipse">
                    <a:avLst/>
                  </a:prstGeom>
                  <a:solidFill>
                    <a:srgbClr val="0D356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KR"/>
                  </a:p>
                </p:txBody>
              </p:sp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08DD9F97-0E85-0C96-4402-A0979DF3292E}"/>
                      </a:ext>
                    </a:extLst>
                  </p:cNvPr>
                  <p:cNvSpPr/>
                  <p:nvPr/>
                </p:nvSpPr>
                <p:spPr>
                  <a:xfrm>
                    <a:off x="4500583" y="4985920"/>
                    <a:ext cx="432848" cy="432848"/>
                  </a:xfrm>
                  <a:prstGeom prst="ellipse">
                    <a:avLst/>
                  </a:prstGeom>
                  <a:solidFill>
                    <a:srgbClr val="0D356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KR"/>
                  </a:p>
                </p:txBody>
              </p:sp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90DA7EE7-E564-08E5-D11E-456814539FF9}"/>
                      </a:ext>
                    </a:extLst>
                  </p:cNvPr>
                  <p:cNvSpPr/>
                  <p:nvPr/>
                </p:nvSpPr>
                <p:spPr>
                  <a:xfrm>
                    <a:off x="5388176" y="3617351"/>
                    <a:ext cx="432848" cy="432848"/>
                  </a:xfrm>
                  <a:prstGeom prst="ellipse">
                    <a:avLst/>
                  </a:prstGeom>
                  <a:solidFill>
                    <a:srgbClr val="0D356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KR"/>
                  </a:p>
                </p:txBody>
              </p:sp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01A9173A-723B-A94E-D4D1-838A915A4B24}"/>
                      </a:ext>
                    </a:extLst>
                  </p:cNvPr>
                  <p:cNvSpPr/>
                  <p:nvPr/>
                </p:nvSpPr>
                <p:spPr>
                  <a:xfrm>
                    <a:off x="5388176" y="4640881"/>
                    <a:ext cx="432848" cy="432848"/>
                  </a:xfrm>
                  <a:prstGeom prst="ellipse">
                    <a:avLst/>
                  </a:prstGeom>
                  <a:solidFill>
                    <a:srgbClr val="0D356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KR"/>
                  </a:p>
                </p:txBody>
              </p:sp>
              <p:sp>
                <p:nvSpPr>
                  <p:cNvPr id="26" name="Oval 25">
                    <a:extLst>
                      <a:ext uri="{FF2B5EF4-FFF2-40B4-BE49-F238E27FC236}">
                        <a16:creationId xmlns:a16="http://schemas.microsoft.com/office/drawing/2014/main" id="{C0FE92B6-62F0-A78F-556D-F886E7402FCF}"/>
                      </a:ext>
                    </a:extLst>
                  </p:cNvPr>
                  <p:cNvSpPr/>
                  <p:nvPr/>
                </p:nvSpPr>
                <p:spPr>
                  <a:xfrm>
                    <a:off x="3570673" y="3857869"/>
                    <a:ext cx="432848" cy="432848"/>
                  </a:xfrm>
                  <a:prstGeom prst="ellipse">
                    <a:avLst/>
                  </a:prstGeom>
                  <a:solidFill>
                    <a:srgbClr val="0D356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KR"/>
                  </a:p>
                </p:txBody>
              </p:sp>
              <p:cxnSp>
                <p:nvCxnSpPr>
                  <p:cNvPr id="28" name="Straight Connector 27">
                    <a:extLst>
                      <a:ext uri="{FF2B5EF4-FFF2-40B4-BE49-F238E27FC236}">
                        <a16:creationId xmlns:a16="http://schemas.microsoft.com/office/drawing/2014/main" id="{90C2871C-30FD-E72C-24E8-C13DA103EF7E}"/>
                      </a:ext>
                    </a:extLst>
                  </p:cNvPr>
                  <p:cNvCxnSpPr>
                    <a:cxnSpLocks/>
                    <a:stCxn id="26" idx="7"/>
                  </p:cNvCxnSpPr>
                  <p:nvPr/>
                </p:nvCxnSpPr>
                <p:spPr>
                  <a:xfrm flipV="1">
                    <a:off x="3940132" y="3383558"/>
                    <a:ext cx="617830" cy="537700"/>
                  </a:xfrm>
                  <a:prstGeom prst="line">
                    <a:avLst/>
                  </a:prstGeom>
                  <a:ln w="114300" cap="rnd">
                    <a:solidFill>
                      <a:srgbClr val="0D356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66A9BCBC-3E38-4B16-561A-8F8091CA9D2D}"/>
                    </a:ext>
                  </a:extLst>
                </p:cNvPr>
                <p:cNvCxnSpPr>
                  <a:cxnSpLocks/>
                  <a:stCxn id="19" idx="0"/>
                  <a:endCxn id="13" idx="4"/>
                </p:cNvCxnSpPr>
                <p:nvPr/>
              </p:nvCxnSpPr>
              <p:spPr>
                <a:xfrm flipV="1">
                  <a:off x="3774700" y="1431724"/>
                  <a:ext cx="0" cy="656647"/>
                </a:xfrm>
                <a:prstGeom prst="line">
                  <a:avLst/>
                </a:prstGeom>
                <a:ln w="114300" cap="rnd">
                  <a:solidFill>
                    <a:srgbClr val="0D356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951B7C7E-9357-A384-AC3E-2F052BB859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892492" y="1291905"/>
                  <a:ext cx="696286" cy="419449"/>
                </a:xfrm>
                <a:prstGeom prst="line">
                  <a:avLst/>
                </a:prstGeom>
                <a:ln w="114300" cap="rnd">
                  <a:solidFill>
                    <a:srgbClr val="0D356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1DE77C80-7691-264E-0207-3115224A45F5}"/>
                    </a:ext>
                  </a:extLst>
                </p:cNvPr>
                <p:cNvCxnSpPr>
                  <a:cxnSpLocks/>
                  <a:stCxn id="23" idx="4"/>
                  <a:endCxn id="25" idx="0"/>
                </p:cNvCxnSpPr>
                <p:nvPr/>
              </p:nvCxnSpPr>
              <p:spPr>
                <a:xfrm>
                  <a:off x="4662293" y="1983713"/>
                  <a:ext cx="0" cy="590682"/>
                </a:xfrm>
                <a:prstGeom prst="line">
                  <a:avLst/>
                </a:prstGeom>
                <a:ln w="114300" cap="rnd">
                  <a:solidFill>
                    <a:srgbClr val="0D356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6A693AC7-4794-B112-2D6F-C53B0515C0AD}"/>
                    </a:ext>
                  </a:extLst>
                </p:cNvPr>
                <p:cNvCxnSpPr>
                  <a:cxnSpLocks/>
                  <a:endCxn id="21" idx="1"/>
                </p:cNvCxnSpPr>
                <p:nvPr/>
              </p:nvCxnSpPr>
              <p:spPr>
                <a:xfrm>
                  <a:off x="2936147" y="2130804"/>
                  <a:ext cx="685518" cy="852019"/>
                </a:xfrm>
                <a:prstGeom prst="line">
                  <a:avLst/>
                </a:prstGeom>
                <a:ln w="114300" cap="rnd">
                  <a:solidFill>
                    <a:srgbClr val="0D356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BAE09F4C-9A37-5A85-2DF3-721ED258E9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003259" y="2046914"/>
                  <a:ext cx="696286" cy="234892"/>
                </a:xfrm>
                <a:prstGeom prst="line">
                  <a:avLst/>
                </a:prstGeom>
                <a:ln w="114300" cap="rnd">
                  <a:solidFill>
                    <a:srgbClr val="0D356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E862E634-E2CB-675E-707F-87507DF2B298}"/>
                    </a:ext>
                  </a:extLst>
                </p:cNvPr>
                <p:cNvCxnSpPr>
                  <a:cxnSpLocks/>
                  <a:stCxn id="19" idx="4"/>
                  <a:endCxn id="21" idx="0"/>
                </p:cNvCxnSpPr>
                <p:nvPr/>
              </p:nvCxnSpPr>
              <p:spPr>
                <a:xfrm>
                  <a:off x="3774700" y="2521219"/>
                  <a:ext cx="0" cy="398215"/>
                </a:xfrm>
                <a:prstGeom prst="line">
                  <a:avLst/>
                </a:prstGeom>
                <a:ln w="114300" cap="rnd">
                  <a:solidFill>
                    <a:srgbClr val="0D356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F9C0B4A5-D3F6-EE2A-75BB-AFF92A4ADF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92492" y="2843868"/>
                  <a:ext cx="662730" cy="251670"/>
                </a:xfrm>
                <a:prstGeom prst="line">
                  <a:avLst/>
                </a:prstGeom>
                <a:ln w="114300" cap="rnd">
                  <a:solidFill>
                    <a:srgbClr val="0D356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6E19EDCB-9119-5EA9-0318-07FEA9432E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869211" y="2308915"/>
                  <a:ext cx="696286" cy="419449"/>
                </a:xfrm>
                <a:prstGeom prst="line">
                  <a:avLst/>
                </a:prstGeom>
                <a:ln w="114300" cap="rnd">
                  <a:solidFill>
                    <a:srgbClr val="0D356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A1F1D838-35FE-CDE5-5EE2-26C58ED7D5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85644" y="1828800"/>
                  <a:ext cx="644411" cy="387107"/>
                </a:xfrm>
                <a:prstGeom prst="line">
                  <a:avLst/>
                </a:prstGeom>
                <a:ln w="114300" cap="rnd">
                  <a:solidFill>
                    <a:srgbClr val="0D356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B6EF6442-0D53-CBE9-9A15-51096320ECE2}"/>
                </a:ext>
              </a:extLst>
            </p:cNvPr>
            <p:cNvSpPr/>
            <p:nvPr/>
          </p:nvSpPr>
          <p:spPr>
            <a:xfrm>
              <a:off x="866553" y="3098926"/>
              <a:ext cx="2753834" cy="2088081"/>
            </a:xfrm>
            <a:custGeom>
              <a:avLst/>
              <a:gdLst>
                <a:gd name="connsiteX0" fmla="*/ 0 w 2716619"/>
                <a:gd name="connsiteY0" fmla="*/ 1607412 h 2116594"/>
                <a:gd name="connsiteX1" fmla="*/ 324293 w 2716619"/>
                <a:gd name="connsiteY1" fmla="*/ 1596780 h 2116594"/>
                <a:gd name="connsiteX2" fmla="*/ 510363 w 2716619"/>
                <a:gd name="connsiteY2" fmla="*/ 1400077 h 2116594"/>
                <a:gd name="connsiteX3" fmla="*/ 845289 w 2716619"/>
                <a:gd name="connsiteY3" fmla="*/ 177333 h 2116594"/>
                <a:gd name="connsiteX4" fmla="*/ 1100470 w 2716619"/>
                <a:gd name="connsiteY4" fmla="*/ 166701 h 2116594"/>
                <a:gd name="connsiteX5" fmla="*/ 1382233 w 2716619"/>
                <a:gd name="connsiteY5" fmla="*/ 1681840 h 2116594"/>
                <a:gd name="connsiteX6" fmla="*/ 1509823 w 2716619"/>
                <a:gd name="connsiteY6" fmla="*/ 2048663 h 2116594"/>
                <a:gd name="connsiteX7" fmla="*/ 1674628 w 2716619"/>
                <a:gd name="connsiteY7" fmla="*/ 2101826 h 2116594"/>
                <a:gd name="connsiteX8" fmla="*/ 1812851 w 2716619"/>
                <a:gd name="connsiteY8" fmla="*/ 1873226 h 2116594"/>
                <a:gd name="connsiteX9" fmla="*/ 1897912 w 2716619"/>
                <a:gd name="connsiteY9" fmla="*/ 1474505 h 2116594"/>
                <a:gd name="connsiteX10" fmla="*/ 1993605 w 2716619"/>
                <a:gd name="connsiteY10" fmla="*/ 1182110 h 2116594"/>
                <a:gd name="connsiteX11" fmla="*/ 2126512 w 2716619"/>
                <a:gd name="connsiteY11" fmla="*/ 1075784 h 2116594"/>
                <a:gd name="connsiteX12" fmla="*/ 2716619 w 2716619"/>
                <a:gd name="connsiteY12" fmla="*/ 1070468 h 2116594"/>
                <a:gd name="connsiteX0" fmla="*/ 0 w 2716619"/>
                <a:gd name="connsiteY0" fmla="*/ 1607412 h 2116594"/>
                <a:gd name="connsiteX1" fmla="*/ 318977 w 2716619"/>
                <a:gd name="connsiteY1" fmla="*/ 1586147 h 2116594"/>
                <a:gd name="connsiteX2" fmla="*/ 510363 w 2716619"/>
                <a:gd name="connsiteY2" fmla="*/ 1400077 h 2116594"/>
                <a:gd name="connsiteX3" fmla="*/ 845289 w 2716619"/>
                <a:gd name="connsiteY3" fmla="*/ 177333 h 2116594"/>
                <a:gd name="connsiteX4" fmla="*/ 1100470 w 2716619"/>
                <a:gd name="connsiteY4" fmla="*/ 166701 h 2116594"/>
                <a:gd name="connsiteX5" fmla="*/ 1382233 w 2716619"/>
                <a:gd name="connsiteY5" fmla="*/ 1681840 h 2116594"/>
                <a:gd name="connsiteX6" fmla="*/ 1509823 w 2716619"/>
                <a:gd name="connsiteY6" fmla="*/ 2048663 h 2116594"/>
                <a:gd name="connsiteX7" fmla="*/ 1674628 w 2716619"/>
                <a:gd name="connsiteY7" fmla="*/ 2101826 h 2116594"/>
                <a:gd name="connsiteX8" fmla="*/ 1812851 w 2716619"/>
                <a:gd name="connsiteY8" fmla="*/ 1873226 h 2116594"/>
                <a:gd name="connsiteX9" fmla="*/ 1897912 w 2716619"/>
                <a:gd name="connsiteY9" fmla="*/ 1474505 h 2116594"/>
                <a:gd name="connsiteX10" fmla="*/ 1993605 w 2716619"/>
                <a:gd name="connsiteY10" fmla="*/ 1182110 h 2116594"/>
                <a:gd name="connsiteX11" fmla="*/ 2126512 w 2716619"/>
                <a:gd name="connsiteY11" fmla="*/ 1075784 h 2116594"/>
                <a:gd name="connsiteX12" fmla="*/ 2716619 w 2716619"/>
                <a:gd name="connsiteY12" fmla="*/ 1070468 h 2116594"/>
                <a:gd name="connsiteX0" fmla="*/ 0 w 2716619"/>
                <a:gd name="connsiteY0" fmla="*/ 1596641 h 2105823"/>
                <a:gd name="connsiteX1" fmla="*/ 318977 w 2716619"/>
                <a:gd name="connsiteY1" fmla="*/ 1575376 h 2105823"/>
                <a:gd name="connsiteX2" fmla="*/ 563525 w 2716619"/>
                <a:gd name="connsiteY2" fmla="*/ 1197920 h 2105823"/>
                <a:gd name="connsiteX3" fmla="*/ 845289 w 2716619"/>
                <a:gd name="connsiteY3" fmla="*/ 166562 h 2105823"/>
                <a:gd name="connsiteX4" fmla="*/ 1100470 w 2716619"/>
                <a:gd name="connsiteY4" fmla="*/ 155930 h 2105823"/>
                <a:gd name="connsiteX5" fmla="*/ 1382233 w 2716619"/>
                <a:gd name="connsiteY5" fmla="*/ 1671069 h 2105823"/>
                <a:gd name="connsiteX6" fmla="*/ 1509823 w 2716619"/>
                <a:gd name="connsiteY6" fmla="*/ 2037892 h 2105823"/>
                <a:gd name="connsiteX7" fmla="*/ 1674628 w 2716619"/>
                <a:gd name="connsiteY7" fmla="*/ 2091055 h 2105823"/>
                <a:gd name="connsiteX8" fmla="*/ 1812851 w 2716619"/>
                <a:gd name="connsiteY8" fmla="*/ 1862455 h 2105823"/>
                <a:gd name="connsiteX9" fmla="*/ 1897912 w 2716619"/>
                <a:gd name="connsiteY9" fmla="*/ 1463734 h 2105823"/>
                <a:gd name="connsiteX10" fmla="*/ 1993605 w 2716619"/>
                <a:gd name="connsiteY10" fmla="*/ 1171339 h 2105823"/>
                <a:gd name="connsiteX11" fmla="*/ 2126512 w 2716619"/>
                <a:gd name="connsiteY11" fmla="*/ 1065013 h 2105823"/>
                <a:gd name="connsiteX12" fmla="*/ 2716619 w 2716619"/>
                <a:gd name="connsiteY12" fmla="*/ 1059697 h 2105823"/>
                <a:gd name="connsiteX0" fmla="*/ 0 w 2716619"/>
                <a:gd name="connsiteY0" fmla="*/ 1596641 h 2105823"/>
                <a:gd name="connsiteX1" fmla="*/ 361507 w 2716619"/>
                <a:gd name="connsiteY1" fmla="*/ 1564743 h 2105823"/>
                <a:gd name="connsiteX2" fmla="*/ 563525 w 2716619"/>
                <a:gd name="connsiteY2" fmla="*/ 1197920 h 2105823"/>
                <a:gd name="connsiteX3" fmla="*/ 845289 w 2716619"/>
                <a:gd name="connsiteY3" fmla="*/ 166562 h 2105823"/>
                <a:gd name="connsiteX4" fmla="*/ 1100470 w 2716619"/>
                <a:gd name="connsiteY4" fmla="*/ 155930 h 2105823"/>
                <a:gd name="connsiteX5" fmla="*/ 1382233 w 2716619"/>
                <a:gd name="connsiteY5" fmla="*/ 1671069 h 2105823"/>
                <a:gd name="connsiteX6" fmla="*/ 1509823 w 2716619"/>
                <a:gd name="connsiteY6" fmla="*/ 2037892 h 2105823"/>
                <a:gd name="connsiteX7" fmla="*/ 1674628 w 2716619"/>
                <a:gd name="connsiteY7" fmla="*/ 2091055 h 2105823"/>
                <a:gd name="connsiteX8" fmla="*/ 1812851 w 2716619"/>
                <a:gd name="connsiteY8" fmla="*/ 1862455 h 2105823"/>
                <a:gd name="connsiteX9" fmla="*/ 1897912 w 2716619"/>
                <a:gd name="connsiteY9" fmla="*/ 1463734 h 2105823"/>
                <a:gd name="connsiteX10" fmla="*/ 1993605 w 2716619"/>
                <a:gd name="connsiteY10" fmla="*/ 1171339 h 2105823"/>
                <a:gd name="connsiteX11" fmla="*/ 2126512 w 2716619"/>
                <a:gd name="connsiteY11" fmla="*/ 1065013 h 2105823"/>
                <a:gd name="connsiteX12" fmla="*/ 2716619 w 2716619"/>
                <a:gd name="connsiteY12" fmla="*/ 1059697 h 2105823"/>
                <a:gd name="connsiteX0" fmla="*/ 0 w 2716619"/>
                <a:gd name="connsiteY0" fmla="*/ 1596641 h 2105823"/>
                <a:gd name="connsiteX1" fmla="*/ 361507 w 2716619"/>
                <a:gd name="connsiteY1" fmla="*/ 1564743 h 2105823"/>
                <a:gd name="connsiteX2" fmla="*/ 563525 w 2716619"/>
                <a:gd name="connsiteY2" fmla="*/ 1197920 h 2105823"/>
                <a:gd name="connsiteX3" fmla="*/ 845289 w 2716619"/>
                <a:gd name="connsiteY3" fmla="*/ 166562 h 2105823"/>
                <a:gd name="connsiteX4" fmla="*/ 1100470 w 2716619"/>
                <a:gd name="connsiteY4" fmla="*/ 155930 h 2105823"/>
                <a:gd name="connsiteX5" fmla="*/ 1382233 w 2716619"/>
                <a:gd name="connsiteY5" fmla="*/ 1671069 h 2105823"/>
                <a:gd name="connsiteX6" fmla="*/ 1509823 w 2716619"/>
                <a:gd name="connsiteY6" fmla="*/ 2037892 h 2105823"/>
                <a:gd name="connsiteX7" fmla="*/ 1674628 w 2716619"/>
                <a:gd name="connsiteY7" fmla="*/ 2091055 h 2105823"/>
                <a:gd name="connsiteX8" fmla="*/ 1812851 w 2716619"/>
                <a:gd name="connsiteY8" fmla="*/ 1862455 h 2105823"/>
                <a:gd name="connsiteX9" fmla="*/ 1897912 w 2716619"/>
                <a:gd name="connsiteY9" fmla="*/ 1463734 h 2105823"/>
                <a:gd name="connsiteX10" fmla="*/ 1993605 w 2716619"/>
                <a:gd name="connsiteY10" fmla="*/ 1171339 h 2105823"/>
                <a:gd name="connsiteX11" fmla="*/ 2126512 w 2716619"/>
                <a:gd name="connsiteY11" fmla="*/ 1065013 h 2105823"/>
                <a:gd name="connsiteX12" fmla="*/ 2716619 w 2716619"/>
                <a:gd name="connsiteY12" fmla="*/ 1059697 h 2105823"/>
                <a:gd name="connsiteX0" fmla="*/ 0 w 2716619"/>
                <a:gd name="connsiteY0" fmla="*/ 1596641 h 2105823"/>
                <a:gd name="connsiteX1" fmla="*/ 356191 w 2716619"/>
                <a:gd name="connsiteY1" fmla="*/ 1591324 h 2105823"/>
                <a:gd name="connsiteX2" fmla="*/ 563525 w 2716619"/>
                <a:gd name="connsiteY2" fmla="*/ 1197920 h 2105823"/>
                <a:gd name="connsiteX3" fmla="*/ 845289 w 2716619"/>
                <a:gd name="connsiteY3" fmla="*/ 166562 h 2105823"/>
                <a:gd name="connsiteX4" fmla="*/ 1100470 w 2716619"/>
                <a:gd name="connsiteY4" fmla="*/ 155930 h 2105823"/>
                <a:gd name="connsiteX5" fmla="*/ 1382233 w 2716619"/>
                <a:gd name="connsiteY5" fmla="*/ 1671069 h 2105823"/>
                <a:gd name="connsiteX6" fmla="*/ 1509823 w 2716619"/>
                <a:gd name="connsiteY6" fmla="*/ 2037892 h 2105823"/>
                <a:gd name="connsiteX7" fmla="*/ 1674628 w 2716619"/>
                <a:gd name="connsiteY7" fmla="*/ 2091055 h 2105823"/>
                <a:gd name="connsiteX8" fmla="*/ 1812851 w 2716619"/>
                <a:gd name="connsiteY8" fmla="*/ 1862455 h 2105823"/>
                <a:gd name="connsiteX9" fmla="*/ 1897912 w 2716619"/>
                <a:gd name="connsiteY9" fmla="*/ 1463734 h 2105823"/>
                <a:gd name="connsiteX10" fmla="*/ 1993605 w 2716619"/>
                <a:gd name="connsiteY10" fmla="*/ 1171339 h 2105823"/>
                <a:gd name="connsiteX11" fmla="*/ 2126512 w 2716619"/>
                <a:gd name="connsiteY11" fmla="*/ 1065013 h 2105823"/>
                <a:gd name="connsiteX12" fmla="*/ 2716619 w 2716619"/>
                <a:gd name="connsiteY12" fmla="*/ 1059697 h 2105823"/>
                <a:gd name="connsiteX0" fmla="*/ 0 w 2716619"/>
                <a:gd name="connsiteY0" fmla="*/ 1596641 h 2105823"/>
                <a:gd name="connsiteX1" fmla="*/ 356191 w 2716619"/>
                <a:gd name="connsiteY1" fmla="*/ 1591324 h 2105823"/>
                <a:gd name="connsiteX2" fmla="*/ 563525 w 2716619"/>
                <a:gd name="connsiteY2" fmla="*/ 1197920 h 2105823"/>
                <a:gd name="connsiteX3" fmla="*/ 845289 w 2716619"/>
                <a:gd name="connsiteY3" fmla="*/ 166562 h 2105823"/>
                <a:gd name="connsiteX4" fmla="*/ 1100470 w 2716619"/>
                <a:gd name="connsiteY4" fmla="*/ 155930 h 2105823"/>
                <a:gd name="connsiteX5" fmla="*/ 1382233 w 2716619"/>
                <a:gd name="connsiteY5" fmla="*/ 1671069 h 2105823"/>
                <a:gd name="connsiteX6" fmla="*/ 1509823 w 2716619"/>
                <a:gd name="connsiteY6" fmla="*/ 2037892 h 2105823"/>
                <a:gd name="connsiteX7" fmla="*/ 1674628 w 2716619"/>
                <a:gd name="connsiteY7" fmla="*/ 2091055 h 2105823"/>
                <a:gd name="connsiteX8" fmla="*/ 1812851 w 2716619"/>
                <a:gd name="connsiteY8" fmla="*/ 1862455 h 2105823"/>
                <a:gd name="connsiteX9" fmla="*/ 1897912 w 2716619"/>
                <a:gd name="connsiteY9" fmla="*/ 1463734 h 2105823"/>
                <a:gd name="connsiteX10" fmla="*/ 1993605 w 2716619"/>
                <a:gd name="connsiteY10" fmla="*/ 1171339 h 2105823"/>
                <a:gd name="connsiteX11" fmla="*/ 2126512 w 2716619"/>
                <a:gd name="connsiteY11" fmla="*/ 1065013 h 2105823"/>
                <a:gd name="connsiteX12" fmla="*/ 2716619 w 2716619"/>
                <a:gd name="connsiteY12" fmla="*/ 1059697 h 2105823"/>
                <a:gd name="connsiteX0" fmla="*/ 0 w 2716619"/>
                <a:gd name="connsiteY0" fmla="*/ 1596641 h 2105823"/>
                <a:gd name="connsiteX1" fmla="*/ 356191 w 2716619"/>
                <a:gd name="connsiteY1" fmla="*/ 1591324 h 2105823"/>
                <a:gd name="connsiteX2" fmla="*/ 563525 w 2716619"/>
                <a:gd name="connsiteY2" fmla="*/ 1197920 h 2105823"/>
                <a:gd name="connsiteX3" fmla="*/ 845289 w 2716619"/>
                <a:gd name="connsiteY3" fmla="*/ 166562 h 2105823"/>
                <a:gd name="connsiteX4" fmla="*/ 1100470 w 2716619"/>
                <a:gd name="connsiteY4" fmla="*/ 155930 h 2105823"/>
                <a:gd name="connsiteX5" fmla="*/ 1382233 w 2716619"/>
                <a:gd name="connsiteY5" fmla="*/ 1671069 h 2105823"/>
                <a:gd name="connsiteX6" fmla="*/ 1509823 w 2716619"/>
                <a:gd name="connsiteY6" fmla="*/ 2037892 h 2105823"/>
                <a:gd name="connsiteX7" fmla="*/ 1674628 w 2716619"/>
                <a:gd name="connsiteY7" fmla="*/ 2091055 h 2105823"/>
                <a:gd name="connsiteX8" fmla="*/ 1812851 w 2716619"/>
                <a:gd name="connsiteY8" fmla="*/ 1862455 h 2105823"/>
                <a:gd name="connsiteX9" fmla="*/ 1897912 w 2716619"/>
                <a:gd name="connsiteY9" fmla="*/ 1463734 h 2105823"/>
                <a:gd name="connsiteX10" fmla="*/ 1993605 w 2716619"/>
                <a:gd name="connsiteY10" fmla="*/ 1171339 h 2105823"/>
                <a:gd name="connsiteX11" fmla="*/ 2126512 w 2716619"/>
                <a:gd name="connsiteY11" fmla="*/ 1065013 h 2105823"/>
                <a:gd name="connsiteX12" fmla="*/ 2716619 w 2716619"/>
                <a:gd name="connsiteY12" fmla="*/ 1059697 h 2105823"/>
                <a:gd name="connsiteX0" fmla="*/ 0 w 2716619"/>
                <a:gd name="connsiteY0" fmla="*/ 1596641 h 2105823"/>
                <a:gd name="connsiteX1" fmla="*/ 356191 w 2716619"/>
                <a:gd name="connsiteY1" fmla="*/ 1591324 h 2105823"/>
                <a:gd name="connsiteX2" fmla="*/ 563525 w 2716619"/>
                <a:gd name="connsiteY2" fmla="*/ 1197920 h 2105823"/>
                <a:gd name="connsiteX3" fmla="*/ 845289 w 2716619"/>
                <a:gd name="connsiteY3" fmla="*/ 166562 h 2105823"/>
                <a:gd name="connsiteX4" fmla="*/ 1100470 w 2716619"/>
                <a:gd name="connsiteY4" fmla="*/ 155930 h 2105823"/>
                <a:gd name="connsiteX5" fmla="*/ 1382233 w 2716619"/>
                <a:gd name="connsiteY5" fmla="*/ 1671069 h 2105823"/>
                <a:gd name="connsiteX6" fmla="*/ 1509823 w 2716619"/>
                <a:gd name="connsiteY6" fmla="*/ 2037892 h 2105823"/>
                <a:gd name="connsiteX7" fmla="*/ 1674628 w 2716619"/>
                <a:gd name="connsiteY7" fmla="*/ 2091055 h 2105823"/>
                <a:gd name="connsiteX8" fmla="*/ 1812851 w 2716619"/>
                <a:gd name="connsiteY8" fmla="*/ 1862455 h 2105823"/>
                <a:gd name="connsiteX9" fmla="*/ 1897912 w 2716619"/>
                <a:gd name="connsiteY9" fmla="*/ 1463734 h 2105823"/>
                <a:gd name="connsiteX10" fmla="*/ 1993605 w 2716619"/>
                <a:gd name="connsiteY10" fmla="*/ 1171339 h 2105823"/>
                <a:gd name="connsiteX11" fmla="*/ 2126512 w 2716619"/>
                <a:gd name="connsiteY11" fmla="*/ 1065013 h 2105823"/>
                <a:gd name="connsiteX12" fmla="*/ 2716619 w 2716619"/>
                <a:gd name="connsiteY12" fmla="*/ 1059697 h 2105823"/>
                <a:gd name="connsiteX0" fmla="*/ 0 w 2705987"/>
                <a:gd name="connsiteY0" fmla="*/ 1596641 h 2105823"/>
                <a:gd name="connsiteX1" fmla="*/ 345559 w 2705987"/>
                <a:gd name="connsiteY1" fmla="*/ 1591324 h 2105823"/>
                <a:gd name="connsiteX2" fmla="*/ 552893 w 2705987"/>
                <a:gd name="connsiteY2" fmla="*/ 1197920 h 2105823"/>
                <a:gd name="connsiteX3" fmla="*/ 834657 w 2705987"/>
                <a:gd name="connsiteY3" fmla="*/ 166562 h 2105823"/>
                <a:gd name="connsiteX4" fmla="*/ 1089838 w 2705987"/>
                <a:gd name="connsiteY4" fmla="*/ 155930 h 2105823"/>
                <a:gd name="connsiteX5" fmla="*/ 1371601 w 2705987"/>
                <a:gd name="connsiteY5" fmla="*/ 1671069 h 2105823"/>
                <a:gd name="connsiteX6" fmla="*/ 1499191 w 2705987"/>
                <a:gd name="connsiteY6" fmla="*/ 2037892 h 2105823"/>
                <a:gd name="connsiteX7" fmla="*/ 1663996 w 2705987"/>
                <a:gd name="connsiteY7" fmla="*/ 2091055 h 2105823"/>
                <a:gd name="connsiteX8" fmla="*/ 1802219 w 2705987"/>
                <a:gd name="connsiteY8" fmla="*/ 1862455 h 2105823"/>
                <a:gd name="connsiteX9" fmla="*/ 1887280 w 2705987"/>
                <a:gd name="connsiteY9" fmla="*/ 1463734 h 2105823"/>
                <a:gd name="connsiteX10" fmla="*/ 1982973 w 2705987"/>
                <a:gd name="connsiteY10" fmla="*/ 1171339 h 2105823"/>
                <a:gd name="connsiteX11" fmla="*/ 2115880 w 2705987"/>
                <a:gd name="connsiteY11" fmla="*/ 1065013 h 2105823"/>
                <a:gd name="connsiteX12" fmla="*/ 2705987 w 2705987"/>
                <a:gd name="connsiteY12" fmla="*/ 1059697 h 2105823"/>
                <a:gd name="connsiteX0" fmla="*/ 0 w 2705987"/>
                <a:gd name="connsiteY0" fmla="*/ 1596641 h 2105823"/>
                <a:gd name="connsiteX1" fmla="*/ 345559 w 2705987"/>
                <a:gd name="connsiteY1" fmla="*/ 1591324 h 2105823"/>
                <a:gd name="connsiteX2" fmla="*/ 552893 w 2705987"/>
                <a:gd name="connsiteY2" fmla="*/ 1197920 h 2105823"/>
                <a:gd name="connsiteX3" fmla="*/ 834657 w 2705987"/>
                <a:gd name="connsiteY3" fmla="*/ 166562 h 2105823"/>
                <a:gd name="connsiteX4" fmla="*/ 1089838 w 2705987"/>
                <a:gd name="connsiteY4" fmla="*/ 155930 h 2105823"/>
                <a:gd name="connsiteX5" fmla="*/ 1371601 w 2705987"/>
                <a:gd name="connsiteY5" fmla="*/ 1671069 h 2105823"/>
                <a:gd name="connsiteX6" fmla="*/ 1499191 w 2705987"/>
                <a:gd name="connsiteY6" fmla="*/ 2037892 h 2105823"/>
                <a:gd name="connsiteX7" fmla="*/ 1663996 w 2705987"/>
                <a:gd name="connsiteY7" fmla="*/ 2091055 h 2105823"/>
                <a:gd name="connsiteX8" fmla="*/ 1802219 w 2705987"/>
                <a:gd name="connsiteY8" fmla="*/ 1862455 h 2105823"/>
                <a:gd name="connsiteX9" fmla="*/ 1887280 w 2705987"/>
                <a:gd name="connsiteY9" fmla="*/ 1463734 h 2105823"/>
                <a:gd name="connsiteX10" fmla="*/ 1982973 w 2705987"/>
                <a:gd name="connsiteY10" fmla="*/ 1171339 h 2105823"/>
                <a:gd name="connsiteX11" fmla="*/ 2115880 w 2705987"/>
                <a:gd name="connsiteY11" fmla="*/ 1065013 h 2105823"/>
                <a:gd name="connsiteX12" fmla="*/ 2705987 w 2705987"/>
                <a:gd name="connsiteY12" fmla="*/ 1059697 h 2105823"/>
                <a:gd name="connsiteX0" fmla="*/ 0 w 2705987"/>
                <a:gd name="connsiteY0" fmla="*/ 1596641 h 2105823"/>
                <a:gd name="connsiteX1" fmla="*/ 345559 w 2705987"/>
                <a:gd name="connsiteY1" fmla="*/ 1591324 h 2105823"/>
                <a:gd name="connsiteX2" fmla="*/ 552893 w 2705987"/>
                <a:gd name="connsiteY2" fmla="*/ 1197920 h 2105823"/>
                <a:gd name="connsiteX3" fmla="*/ 834657 w 2705987"/>
                <a:gd name="connsiteY3" fmla="*/ 166562 h 2105823"/>
                <a:gd name="connsiteX4" fmla="*/ 1089838 w 2705987"/>
                <a:gd name="connsiteY4" fmla="*/ 155930 h 2105823"/>
                <a:gd name="connsiteX5" fmla="*/ 1371601 w 2705987"/>
                <a:gd name="connsiteY5" fmla="*/ 1671069 h 2105823"/>
                <a:gd name="connsiteX6" fmla="*/ 1499191 w 2705987"/>
                <a:gd name="connsiteY6" fmla="*/ 2037892 h 2105823"/>
                <a:gd name="connsiteX7" fmla="*/ 1663996 w 2705987"/>
                <a:gd name="connsiteY7" fmla="*/ 2091055 h 2105823"/>
                <a:gd name="connsiteX8" fmla="*/ 1802219 w 2705987"/>
                <a:gd name="connsiteY8" fmla="*/ 1862455 h 2105823"/>
                <a:gd name="connsiteX9" fmla="*/ 1887280 w 2705987"/>
                <a:gd name="connsiteY9" fmla="*/ 1463734 h 2105823"/>
                <a:gd name="connsiteX10" fmla="*/ 1982973 w 2705987"/>
                <a:gd name="connsiteY10" fmla="*/ 1171339 h 2105823"/>
                <a:gd name="connsiteX11" fmla="*/ 2115880 w 2705987"/>
                <a:gd name="connsiteY11" fmla="*/ 1065013 h 2105823"/>
                <a:gd name="connsiteX12" fmla="*/ 2705987 w 2705987"/>
                <a:gd name="connsiteY12" fmla="*/ 1059697 h 2105823"/>
                <a:gd name="connsiteX0" fmla="*/ 0 w 2705987"/>
                <a:gd name="connsiteY0" fmla="*/ 1567663 h 2076845"/>
                <a:gd name="connsiteX1" fmla="*/ 345559 w 2705987"/>
                <a:gd name="connsiteY1" fmla="*/ 1562346 h 2076845"/>
                <a:gd name="connsiteX2" fmla="*/ 552893 w 2705987"/>
                <a:gd name="connsiteY2" fmla="*/ 1168942 h 2076845"/>
                <a:gd name="connsiteX3" fmla="*/ 834657 w 2705987"/>
                <a:gd name="connsiteY3" fmla="*/ 137584 h 2076845"/>
                <a:gd name="connsiteX4" fmla="*/ 1084521 w 2705987"/>
                <a:gd name="connsiteY4" fmla="*/ 174799 h 2076845"/>
                <a:gd name="connsiteX5" fmla="*/ 1371601 w 2705987"/>
                <a:gd name="connsiteY5" fmla="*/ 1642091 h 2076845"/>
                <a:gd name="connsiteX6" fmla="*/ 1499191 w 2705987"/>
                <a:gd name="connsiteY6" fmla="*/ 2008914 h 2076845"/>
                <a:gd name="connsiteX7" fmla="*/ 1663996 w 2705987"/>
                <a:gd name="connsiteY7" fmla="*/ 2062077 h 2076845"/>
                <a:gd name="connsiteX8" fmla="*/ 1802219 w 2705987"/>
                <a:gd name="connsiteY8" fmla="*/ 1833477 h 2076845"/>
                <a:gd name="connsiteX9" fmla="*/ 1887280 w 2705987"/>
                <a:gd name="connsiteY9" fmla="*/ 1434756 h 2076845"/>
                <a:gd name="connsiteX10" fmla="*/ 1982973 w 2705987"/>
                <a:gd name="connsiteY10" fmla="*/ 1142361 h 2076845"/>
                <a:gd name="connsiteX11" fmla="*/ 2115880 w 2705987"/>
                <a:gd name="connsiteY11" fmla="*/ 1036035 h 2076845"/>
                <a:gd name="connsiteX12" fmla="*/ 2705987 w 2705987"/>
                <a:gd name="connsiteY12" fmla="*/ 1030719 h 2076845"/>
                <a:gd name="connsiteX0" fmla="*/ 0 w 2705987"/>
                <a:gd name="connsiteY0" fmla="*/ 1567663 h 2100041"/>
                <a:gd name="connsiteX1" fmla="*/ 345559 w 2705987"/>
                <a:gd name="connsiteY1" fmla="*/ 1562346 h 2100041"/>
                <a:gd name="connsiteX2" fmla="*/ 552893 w 2705987"/>
                <a:gd name="connsiteY2" fmla="*/ 1168942 h 2100041"/>
                <a:gd name="connsiteX3" fmla="*/ 834657 w 2705987"/>
                <a:gd name="connsiteY3" fmla="*/ 137584 h 2100041"/>
                <a:gd name="connsiteX4" fmla="*/ 1084521 w 2705987"/>
                <a:gd name="connsiteY4" fmla="*/ 174799 h 2100041"/>
                <a:gd name="connsiteX5" fmla="*/ 1371601 w 2705987"/>
                <a:gd name="connsiteY5" fmla="*/ 1642091 h 2100041"/>
                <a:gd name="connsiteX6" fmla="*/ 1520456 w 2705987"/>
                <a:gd name="connsiteY6" fmla="*/ 2056761 h 2100041"/>
                <a:gd name="connsiteX7" fmla="*/ 1663996 w 2705987"/>
                <a:gd name="connsiteY7" fmla="*/ 2062077 h 2100041"/>
                <a:gd name="connsiteX8" fmla="*/ 1802219 w 2705987"/>
                <a:gd name="connsiteY8" fmla="*/ 1833477 h 2100041"/>
                <a:gd name="connsiteX9" fmla="*/ 1887280 w 2705987"/>
                <a:gd name="connsiteY9" fmla="*/ 1434756 h 2100041"/>
                <a:gd name="connsiteX10" fmla="*/ 1982973 w 2705987"/>
                <a:gd name="connsiteY10" fmla="*/ 1142361 h 2100041"/>
                <a:gd name="connsiteX11" fmla="*/ 2115880 w 2705987"/>
                <a:gd name="connsiteY11" fmla="*/ 1036035 h 2100041"/>
                <a:gd name="connsiteX12" fmla="*/ 2705987 w 2705987"/>
                <a:gd name="connsiteY12" fmla="*/ 1030719 h 2100041"/>
                <a:gd name="connsiteX0" fmla="*/ 0 w 2705987"/>
                <a:gd name="connsiteY0" fmla="*/ 1567663 h 2095097"/>
                <a:gd name="connsiteX1" fmla="*/ 345559 w 2705987"/>
                <a:gd name="connsiteY1" fmla="*/ 1562346 h 2095097"/>
                <a:gd name="connsiteX2" fmla="*/ 552893 w 2705987"/>
                <a:gd name="connsiteY2" fmla="*/ 1168942 h 2095097"/>
                <a:gd name="connsiteX3" fmla="*/ 834657 w 2705987"/>
                <a:gd name="connsiteY3" fmla="*/ 137584 h 2095097"/>
                <a:gd name="connsiteX4" fmla="*/ 1084521 w 2705987"/>
                <a:gd name="connsiteY4" fmla="*/ 174799 h 2095097"/>
                <a:gd name="connsiteX5" fmla="*/ 1371601 w 2705987"/>
                <a:gd name="connsiteY5" fmla="*/ 1642091 h 2095097"/>
                <a:gd name="connsiteX6" fmla="*/ 1520456 w 2705987"/>
                <a:gd name="connsiteY6" fmla="*/ 2056761 h 2095097"/>
                <a:gd name="connsiteX7" fmla="*/ 1669312 w 2705987"/>
                <a:gd name="connsiteY7" fmla="*/ 2051445 h 2095097"/>
                <a:gd name="connsiteX8" fmla="*/ 1802219 w 2705987"/>
                <a:gd name="connsiteY8" fmla="*/ 1833477 h 2095097"/>
                <a:gd name="connsiteX9" fmla="*/ 1887280 w 2705987"/>
                <a:gd name="connsiteY9" fmla="*/ 1434756 h 2095097"/>
                <a:gd name="connsiteX10" fmla="*/ 1982973 w 2705987"/>
                <a:gd name="connsiteY10" fmla="*/ 1142361 h 2095097"/>
                <a:gd name="connsiteX11" fmla="*/ 2115880 w 2705987"/>
                <a:gd name="connsiteY11" fmla="*/ 1036035 h 2095097"/>
                <a:gd name="connsiteX12" fmla="*/ 2705987 w 2705987"/>
                <a:gd name="connsiteY12" fmla="*/ 1030719 h 2095097"/>
                <a:gd name="connsiteX0" fmla="*/ 0 w 2705987"/>
                <a:gd name="connsiteY0" fmla="*/ 1567663 h 2096984"/>
                <a:gd name="connsiteX1" fmla="*/ 345559 w 2705987"/>
                <a:gd name="connsiteY1" fmla="*/ 1562346 h 2096984"/>
                <a:gd name="connsiteX2" fmla="*/ 552893 w 2705987"/>
                <a:gd name="connsiteY2" fmla="*/ 1168942 h 2096984"/>
                <a:gd name="connsiteX3" fmla="*/ 834657 w 2705987"/>
                <a:gd name="connsiteY3" fmla="*/ 137584 h 2096984"/>
                <a:gd name="connsiteX4" fmla="*/ 1084521 w 2705987"/>
                <a:gd name="connsiteY4" fmla="*/ 174799 h 2096984"/>
                <a:gd name="connsiteX5" fmla="*/ 1371601 w 2705987"/>
                <a:gd name="connsiteY5" fmla="*/ 1642091 h 2096984"/>
                <a:gd name="connsiteX6" fmla="*/ 1520456 w 2705987"/>
                <a:gd name="connsiteY6" fmla="*/ 2056761 h 2096984"/>
                <a:gd name="connsiteX7" fmla="*/ 1669312 w 2705987"/>
                <a:gd name="connsiteY7" fmla="*/ 2051445 h 2096984"/>
                <a:gd name="connsiteX8" fmla="*/ 1775638 w 2705987"/>
                <a:gd name="connsiteY8" fmla="*/ 1796263 h 2096984"/>
                <a:gd name="connsiteX9" fmla="*/ 1887280 w 2705987"/>
                <a:gd name="connsiteY9" fmla="*/ 1434756 h 2096984"/>
                <a:gd name="connsiteX10" fmla="*/ 1982973 w 2705987"/>
                <a:gd name="connsiteY10" fmla="*/ 1142361 h 2096984"/>
                <a:gd name="connsiteX11" fmla="*/ 2115880 w 2705987"/>
                <a:gd name="connsiteY11" fmla="*/ 1036035 h 2096984"/>
                <a:gd name="connsiteX12" fmla="*/ 2705987 w 2705987"/>
                <a:gd name="connsiteY12" fmla="*/ 1030719 h 2096984"/>
                <a:gd name="connsiteX0" fmla="*/ 0 w 2705987"/>
                <a:gd name="connsiteY0" fmla="*/ 1567663 h 2096984"/>
                <a:gd name="connsiteX1" fmla="*/ 345559 w 2705987"/>
                <a:gd name="connsiteY1" fmla="*/ 1562346 h 2096984"/>
                <a:gd name="connsiteX2" fmla="*/ 552893 w 2705987"/>
                <a:gd name="connsiteY2" fmla="*/ 1168942 h 2096984"/>
                <a:gd name="connsiteX3" fmla="*/ 834657 w 2705987"/>
                <a:gd name="connsiteY3" fmla="*/ 137584 h 2096984"/>
                <a:gd name="connsiteX4" fmla="*/ 1084521 w 2705987"/>
                <a:gd name="connsiteY4" fmla="*/ 174799 h 2096984"/>
                <a:gd name="connsiteX5" fmla="*/ 1371601 w 2705987"/>
                <a:gd name="connsiteY5" fmla="*/ 1642091 h 2096984"/>
                <a:gd name="connsiteX6" fmla="*/ 1520456 w 2705987"/>
                <a:gd name="connsiteY6" fmla="*/ 2056761 h 2096984"/>
                <a:gd name="connsiteX7" fmla="*/ 1669312 w 2705987"/>
                <a:gd name="connsiteY7" fmla="*/ 2051445 h 2096984"/>
                <a:gd name="connsiteX8" fmla="*/ 1775638 w 2705987"/>
                <a:gd name="connsiteY8" fmla="*/ 1796263 h 2096984"/>
                <a:gd name="connsiteX9" fmla="*/ 1887280 w 2705987"/>
                <a:gd name="connsiteY9" fmla="*/ 1381593 h 2096984"/>
                <a:gd name="connsiteX10" fmla="*/ 1982973 w 2705987"/>
                <a:gd name="connsiteY10" fmla="*/ 1142361 h 2096984"/>
                <a:gd name="connsiteX11" fmla="*/ 2115880 w 2705987"/>
                <a:gd name="connsiteY11" fmla="*/ 1036035 h 2096984"/>
                <a:gd name="connsiteX12" fmla="*/ 2705987 w 2705987"/>
                <a:gd name="connsiteY12" fmla="*/ 1030719 h 2096984"/>
                <a:gd name="connsiteX0" fmla="*/ 0 w 2705987"/>
                <a:gd name="connsiteY0" fmla="*/ 1567663 h 2096984"/>
                <a:gd name="connsiteX1" fmla="*/ 345559 w 2705987"/>
                <a:gd name="connsiteY1" fmla="*/ 1562346 h 2096984"/>
                <a:gd name="connsiteX2" fmla="*/ 552893 w 2705987"/>
                <a:gd name="connsiteY2" fmla="*/ 1168942 h 2096984"/>
                <a:gd name="connsiteX3" fmla="*/ 834657 w 2705987"/>
                <a:gd name="connsiteY3" fmla="*/ 137584 h 2096984"/>
                <a:gd name="connsiteX4" fmla="*/ 1084521 w 2705987"/>
                <a:gd name="connsiteY4" fmla="*/ 174799 h 2096984"/>
                <a:gd name="connsiteX5" fmla="*/ 1371601 w 2705987"/>
                <a:gd name="connsiteY5" fmla="*/ 1642091 h 2096984"/>
                <a:gd name="connsiteX6" fmla="*/ 1520456 w 2705987"/>
                <a:gd name="connsiteY6" fmla="*/ 2056761 h 2096984"/>
                <a:gd name="connsiteX7" fmla="*/ 1669312 w 2705987"/>
                <a:gd name="connsiteY7" fmla="*/ 2051445 h 2096984"/>
                <a:gd name="connsiteX8" fmla="*/ 1775638 w 2705987"/>
                <a:gd name="connsiteY8" fmla="*/ 1796263 h 2096984"/>
                <a:gd name="connsiteX9" fmla="*/ 1887280 w 2705987"/>
                <a:gd name="connsiteY9" fmla="*/ 1381593 h 2096984"/>
                <a:gd name="connsiteX10" fmla="*/ 1945759 w 2705987"/>
                <a:gd name="connsiteY10" fmla="*/ 1152993 h 2096984"/>
                <a:gd name="connsiteX11" fmla="*/ 2115880 w 2705987"/>
                <a:gd name="connsiteY11" fmla="*/ 1036035 h 2096984"/>
                <a:gd name="connsiteX12" fmla="*/ 2705987 w 2705987"/>
                <a:gd name="connsiteY12" fmla="*/ 1030719 h 2096984"/>
                <a:gd name="connsiteX0" fmla="*/ 0 w 2705987"/>
                <a:gd name="connsiteY0" fmla="*/ 1567663 h 2096984"/>
                <a:gd name="connsiteX1" fmla="*/ 345559 w 2705987"/>
                <a:gd name="connsiteY1" fmla="*/ 1562346 h 2096984"/>
                <a:gd name="connsiteX2" fmla="*/ 552893 w 2705987"/>
                <a:gd name="connsiteY2" fmla="*/ 1168942 h 2096984"/>
                <a:gd name="connsiteX3" fmla="*/ 834657 w 2705987"/>
                <a:gd name="connsiteY3" fmla="*/ 137584 h 2096984"/>
                <a:gd name="connsiteX4" fmla="*/ 1084521 w 2705987"/>
                <a:gd name="connsiteY4" fmla="*/ 174799 h 2096984"/>
                <a:gd name="connsiteX5" fmla="*/ 1371601 w 2705987"/>
                <a:gd name="connsiteY5" fmla="*/ 1642091 h 2096984"/>
                <a:gd name="connsiteX6" fmla="*/ 1520456 w 2705987"/>
                <a:gd name="connsiteY6" fmla="*/ 2056761 h 2096984"/>
                <a:gd name="connsiteX7" fmla="*/ 1669312 w 2705987"/>
                <a:gd name="connsiteY7" fmla="*/ 2051445 h 2096984"/>
                <a:gd name="connsiteX8" fmla="*/ 1775638 w 2705987"/>
                <a:gd name="connsiteY8" fmla="*/ 1796263 h 2096984"/>
                <a:gd name="connsiteX9" fmla="*/ 1887280 w 2705987"/>
                <a:gd name="connsiteY9" fmla="*/ 1381593 h 2096984"/>
                <a:gd name="connsiteX10" fmla="*/ 1945759 w 2705987"/>
                <a:gd name="connsiteY10" fmla="*/ 1152993 h 2096984"/>
                <a:gd name="connsiteX11" fmla="*/ 2195624 w 2705987"/>
                <a:gd name="connsiteY11" fmla="*/ 1030718 h 2096984"/>
                <a:gd name="connsiteX12" fmla="*/ 2705987 w 2705987"/>
                <a:gd name="connsiteY12" fmla="*/ 1030719 h 2096984"/>
                <a:gd name="connsiteX0" fmla="*/ 0 w 2705987"/>
                <a:gd name="connsiteY0" fmla="*/ 1567663 h 2096984"/>
                <a:gd name="connsiteX1" fmla="*/ 345559 w 2705987"/>
                <a:gd name="connsiteY1" fmla="*/ 1562346 h 2096984"/>
                <a:gd name="connsiteX2" fmla="*/ 552893 w 2705987"/>
                <a:gd name="connsiteY2" fmla="*/ 1168942 h 2096984"/>
                <a:gd name="connsiteX3" fmla="*/ 834657 w 2705987"/>
                <a:gd name="connsiteY3" fmla="*/ 137584 h 2096984"/>
                <a:gd name="connsiteX4" fmla="*/ 1084521 w 2705987"/>
                <a:gd name="connsiteY4" fmla="*/ 174799 h 2096984"/>
                <a:gd name="connsiteX5" fmla="*/ 1371601 w 2705987"/>
                <a:gd name="connsiteY5" fmla="*/ 1642091 h 2096984"/>
                <a:gd name="connsiteX6" fmla="*/ 1520456 w 2705987"/>
                <a:gd name="connsiteY6" fmla="*/ 2056761 h 2096984"/>
                <a:gd name="connsiteX7" fmla="*/ 1669312 w 2705987"/>
                <a:gd name="connsiteY7" fmla="*/ 2051445 h 2096984"/>
                <a:gd name="connsiteX8" fmla="*/ 1775638 w 2705987"/>
                <a:gd name="connsiteY8" fmla="*/ 1796263 h 2096984"/>
                <a:gd name="connsiteX9" fmla="*/ 1887280 w 2705987"/>
                <a:gd name="connsiteY9" fmla="*/ 1381593 h 2096984"/>
                <a:gd name="connsiteX10" fmla="*/ 1945759 w 2705987"/>
                <a:gd name="connsiteY10" fmla="*/ 1152993 h 2096984"/>
                <a:gd name="connsiteX11" fmla="*/ 2137145 w 2705987"/>
                <a:gd name="connsiteY11" fmla="*/ 1030718 h 2096984"/>
                <a:gd name="connsiteX12" fmla="*/ 2705987 w 2705987"/>
                <a:gd name="connsiteY12" fmla="*/ 1030719 h 2096984"/>
                <a:gd name="connsiteX0" fmla="*/ 0 w 2705987"/>
                <a:gd name="connsiteY0" fmla="*/ 1567663 h 2096984"/>
                <a:gd name="connsiteX1" fmla="*/ 345559 w 2705987"/>
                <a:gd name="connsiteY1" fmla="*/ 1562346 h 2096984"/>
                <a:gd name="connsiteX2" fmla="*/ 552893 w 2705987"/>
                <a:gd name="connsiteY2" fmla="*/ 1168942 h 2096984"/>
                <a:gd name="connsiteX3" fmla="*/ 834657 w 2705987"/>
                <a:gd name="connsiteY3" fmla="*/ 137584 h 2096984"/>
                <a:gd name="connsiteX4" fmla="*/ 1084521 w 2705987"/>
                <a:gd name="connsiteY4" fmla="*/ 174799 h 2096984"/>
                <a:gd name="connsiteX5" fmla="*/ 1371601 w 2705987"/>
                <a:gd name="connsiteY5" fmla="*/ 1642091 h 2096984"/>
                <a:gd name="connsiteX6" fmla="*/ 1520456 w 2705987"/>
                <a:gd name="connsiteY6" fmla="*/ 2056761 h 2096984"/>
                <a:gd name="connsiteX7" fmla="*/ 1669312 w 2705987"/>
                <a:gd name="connsiteY7" fmla="*/ 2051445 h 2096984"/>
                <a:gd name="connsiteX8" fmla="*/ 1775638 w 2705987"/>
                <a:gd name="connsiteY8" fmla="*/ 1796263 h 2096984"/>
                <a:gd name="connsiteX9" fmla="*/ 1887280 w 2705987"/>
                <a:gd name="connsiteY9" fmla="*/ 1381593 h 2096984"/>
                <a:gd name="connsiteX10" fmla="*/ 1982973 w 2705987"/>
                <a:gd name="connsiteY10" fmla="*/ 1147677 h 2096984"/>
                <a:gd name="connsiteX11" fmla="*/ 2137145 w 2705987"/>
                <a:gd name="connsiteY11" fmla="*/ 1030718 h 2096984"/>
                <a:gd name="connsiteX12" fmla="*/ 2705987 w 2705987"/>
                <a:gd name="connsiteY12" fmla="*/ 1030719 h 2096984"/>
                <a:gd name="connsiteX0" fmla="*/ 0 w 2705987"/>
                <a:gd name="connsiteY0" fmla="*/ 1567663 h 2096984"/>
                <a:gd name="connsiteX1" fmla="*/ 345559 w 2705987"/>
                <a:gd name="connsiteY1" fmla="*/ 1562346 h 2096984"/>
                <a:gd name="connsiteX2" fmla="*/ 552893 w 2705987"/>
                <a:gd name="connsiteY2" fmla="*/ 1168942 h 2096984"/>
                <a:gd name="connsiteX3" fmla="*/ 834657 w 2705987"/>
                <a:gd name="connsiteY3" fmla="*/ 137584 h 2096984"/>
                <a:gd name="connsiteX4" fmla="*/ 1084521 w 2705987"/>
                <a:gd name="connsiteY4" fmla="*/ 174799 h 2096984"/>
                <a:gd name="connsiteX5" fmla="*/ 1371601 w 2705987"/>
                <a:gd name="connsiteY5" fmla="*/ 1642091 h 2096984"/>
                <a:gd name="connsiteX6" fmla="*/ 1520456 w 2705987"/>
                <a:gd name="connsiteY6" fmla="*/ 2056761 h 2096984"/>
                <a:gd name="connsiteX7" fmla="*/ 1669312 w 2705987"/>
                <a:gd name="connsiteY7" fmla="*/ 2051445 h 2096984"/>
                <a:gd name="connsiteX8" fmla="*/ 1775638 w 2705987"/>
                <a:gd name="connsiteY8" fmla="*/ 1796263 h 2096984"/>
                <a:gd name="connsiteX9" fmla="*/ 1887280 w 2705987"/>
                <a:gd name="connsiteY9" fmla="*/ 1381593 h 2096984"/>
                <a:gd name="connsiteX10" fmla="*/ 1982973 w 2705987"/>
                <a:gd name="connsiteY10" fmla="*/ 1147677 h 2096984"/>
                <a:gd name="connsiteX11" fmla="*/ 2142461 w 2705987"/>
                <a:gd name="connsiteY11" fmla="*/ 1041351 h 2096984"/>
                <a:gd name="connsiteX12" fmla="*/ 2705987 w 2705987"/>
                <a:gd name="connsiteY12" fmla="*/ 1030719 h 2096984"/>
                <a:gd name="connsiteX0" fmla="*/ 0 w 2705987"/>
                <a:gd name="connsiteY0" fmla="*/ 1567663 h 2096984"/>
                <a:gd name="connsiteX1" fmla="*/ 345559 w 2705987"/>
                <a:gd name="connsiteY1" fmla="*/ 1562346 h 2096984"/>
                <a:gd name="connsiteX2" fmla="*/ 552893 w 2705987"/>
                <a:gd name="connsiteY2" fmla="*/ 1168942 h 2096984"/>
                <a:gd name="connsiteX3" fmla="*/ 834657 w 2705987"/>
                <a:gd name="connsiteY3" fmla="*/ 137584 h 2096984"/>
                <a:gd name="connsiteX4" fmla="*/ 1084521 w 2705987"/>
                <a:gd name="connsiteY4" fmla="*/ 174799 h 2096984"/>
                <a:gd name="connsiteX5" fmla="*/ 1371601 w 2705987"/>
                <a:gd name="connsiteY5" fmla="*/ 1642091 h 2096984"/>
                <a:gd name="connsiteX6" fmla="*/ 1520456 w 2705987"/>
                <a:gd name="connsiteY6" fmla="*/ 2056761 h 2096984"/>
                <a:gd name="connsiteX7" fmla="*/ 1669312 w 2705987"/>
                <a:gd name="connsiteY7" fmla="*/ 2051445 h 2096984"/>
                <a:gd name="connsiteX8" fmla="*/ 1775638 w 2705987"/>
                <a:gd name="connsiteY8" fmla="*/ 1796263 h 2096984"/>
                <a:gd name="connsiteX9" fmla="*/ 1887280 w 2705987"/>
                <a:gd name="connsiteY9" fmla="*/ 1381593 h 2096984"/>
                <a:gd name="connsiteX10" fmla="*/ 1982973 w 2705987"/>
                <a:gd name="connsiteY10" fmla="*/ 1147677 h 2096984"/>
                <a:gd name="connsiteX11" fmla="*/ 2142461 w 2705987"/>
                <a:gd name="connsiteY11" fmla="*/ 1041351 h 2096984"/>
                <a:gd name="connsiteX12" fmla="*/ 2705987 w 2705987"/>
                <a:gd name="connsiteY12" fmla="*/ 1020086 h 2096984"/>
                <a:gd name="connsiteX0" fmla="*/ 0 w 2705987"/>
                <a:gd name="connsiteY0" fmla="*/ 1567663 h 2096984"/>
                <a:gd name="connsiteX1" fmla="*/ 345559 w 2705987"/>
                <a:gd name="connsiteY1" fmla="*/ 1562346 h 2096984"/>
                <a:gd name="connsiteX2" fmla="*/ 552893 w 2705987"/>
                <a:gd name="connsiteY2" fmla="*/ 1168942 h 2096984"/>
                <a:gd name="connsiteX3" fmla="*/ 834657 w 2705987"/>
                <a:gd name="connsiteY3" fmla="*/ 137584 h 2096984"/>
                <a:gd name="connsiteX4" fmla="*/ 1084521 w 2705987"/>
                <a:gd name="connsiteY4" fmla="*/ 174799 h 2096984"/>
                <a:gd name="connsiteX5" fmla="*/ 1371601 w 2705987"/>
                <a:gd name="connsiteY5" fmla="*/ 1642091 h 2096984"/>
                <a:gd name="connsiteX6" fmla="*/ 1520456 w 2705987"/>
                <a:gd name="connsiteY6" fmla="*/ 2056761 h 2096984"/>
                <a:gd name="connsiteX7" fmla="*/ 1669312 w 2705987"/>
                <a:gd name="connsiteY7" fmla="*/ 2051445 h 2096984"/>
                <a:gd name="connsiteX8" fmla="*/ 1775638 w 2705987"/>
                <a:gd name="connsiteY8" fmla="*/ 1796263 h 2096984"/>
                <a:gd name="connsiteX9" fmla="*/ 1887280 w 2705987"/>
                <a:gd name="connsiteY9" fmla="*/ 1381593 h 2096984"/>
                <a:gd name="connsiteX10" fmla="*/ 1982973 w 2705987"/>
                <a:gd name="connsiteY10" fmla="*/ 1147677 h 2096984"/>
                <a:gd name="connsiteX11" fmla="*/ 2142461 w 2705987"/>
                <a:gd name="connsiteY11" fmla="*/ 1041351 h 2096984"/>
                <a:gd name="connsiteX12" fmla="*/ 2705987 w 2705987"/>
                <a:gd name="connsiteY12" fmla="*/ 1020086 h 2096984"/>
                <a:gd name="connsiteX0" fmla="*/ 0 w 2705987"/>
                <a:gd name="connsiteY0" fmla="*/ 1567663 h 2096984"/>
                <a:gd name="connsiteX1" fmla="*/ 345559 w 2705987"/>
                <a:gd name="connsiteY1" fmla="*/ 1562346 h 2096984"/>
                <a:gd name="connsiteX2" fmla="*/ 552893 w 2705987"/>
                <a:gd name="connsiteY2" fmla="*/ 1168942 h 2096984"/>
                <a:gd name="connsiteX3" fmla="*/ 834657 w 2705987"/>
                <a:gd name="connsiteY3" fmla="*/ 137584 h 2096984"/>
                <a:gd name="connsiteX4" fmla="*/ 1084521 w 2705987"/>
                <a:gd name="connsiteY4" fmla="*/ 174799 h 2096984"/>
                <a:gd name="connsiteX5" fmla="*/ 1371601 w 2705987"/>
                <a:gd name="connsiteY5" fmla="*/ 1642091 h 2096984"/>
                <a:gd name="connsiteX6" fmla="*/ 1520456 w 2705987"/>
                <a:gd name="connsiteY6" fmla="*/ 2056761 h 2096984"/>
                <a:gd name="connsiteX7" fmla="*/ 1669312 w 2705987"/>
                <a:gd name="connsiteY7" fmla="*/ 2051445 h 2096984"/>
                <a:gd name="connsiteX8" fmla="*/ 1775638 w 2705987"/>
                <a:gd name="connsiteY8" fmla="*/ 1796263 h 2096984"/>
                <a:gd name="connsiteX9" fmla="*/ 1887280 w 2705987"/>
                <a:gd name="connsiteY9" fmla="*/ 1381593 h 2096984"/>
                <a:gd name="connsiteX10" fmla="*/ 1982973 w 2705987"/>
                <a:gd name="connsiteY10" fmla="*/ 1147677 h 2096984"/>
                <a:gd name="connsiteX11" fmla="*/ 2190308 w 2705987"/>
                <a:gd name="connsiteY11" fmla="*/ 1030718 h 2096984"/>
                <a:gd name="connsiteX12" fmla="*/ 2705987 w 2705987"/>
                <a:gd name="connsiteY12" fmla="*/ 1020086 h 2096984"/>
                <a:gd name="connsiteX0" fmla="*/ 0 w 2705987"/>
                <a:gd name="connsiteY0" fmla="*/ 1567663 h 2096984"/>
                <a:gd name="connsiteX1" fmla="*/ 345559 w 2705987"/>
                <a:gd name="connsiteY1" fmla="*/ 1562346 h 2096984"/>
                <a:gd name="connsiteX2" fmla="*/ 552893 w 2705987"/>
                <a:gd name="connsiteY2" fmla="*/ 1168942 h 2096984"/>
                <a:gd name="connsiteX3" fmla="*/ 834657 w 2705987"/>
                <a:gd name="connsiteY3" fmla="*/ 137584 h 2096984"/>
                <a:gd name="connsiteX4" fmla="*/ 1084521 w 2705987"/>
                <a:gd name="connsiteY4" fmla="*/ 174799 h 2096984"/>
                <a:gd name="connsiteX5" fmla="*/ 1371601 w 2705987"/>
                <a:gd name="connsiteY5" fmla="*/ 1642091 h 2096984"/>
                <a:gd name="connsiteX6" fmla="*/ 1520456 w 2705987"/>
                <a:gd name="connsiteY6" fmla="*/ 2056761 h 2096984"/>
                <a:gd name="connsiteX7" fmla="*/ 1669312 w 2705987"/>
                <a:gd name="connsiteY7" fmla="*/ 2051445 h 2096984"/>
                <a:gd name="connsiteX8" fmla="*/ 1775638 w 2705987"/>
                <a:gd name="connsiteY8" fmla="*/ 1796263 h 2096984"/>
                <a:gd name="connsiteX9" fmla="*/ 1887280 w 2705987"/>
                <a:gd name="connsiteY9" fmla="*/ 1381593 h 2096984"/>
                <a:gd name="connsiteX10" fmla="*/ 1982973 w 2705987"/>
                <a:gd name="connsiteY10" fmla="*/ 1147677 h 2096984"/>
                <a:gd name="connsiteX11" fmla="*/ 2190308 w 2705987"/>
                <a:gd name="connsiteY11" fmla="*/ 1030718 h 2096984"/>
                <a:gd name="connsiteX12" fmla="*/ 2705987 w 2705987"/>
                <a:gd name="connsiteY12" fmla="*/ 1020086 h 2096984"/>
                <a:gd name="connsiteX0" fmla="*/ 0 w 2700670"/>
                <a:gd name="connsiteY0" fmla="*/ 1567663 h 2096984"/>
                <a:gd name="connsiteX1" fmla="*/ 345559 w 2700670"/>
                <a:gd name="connsiteY1" fmla="*/ 1562346 h 2096984"/>
                <a:gd name="connsiteX2" fmla="*/ 552893 w 2700670"/>
                <a:gd name="connsiteY2" fmla="*/ 1168942 h 2096984"/>
                <a:gd name="connsiteX3" fmla="*/ 834657 w 2700670"/>
                <a:gd name="connsiteY3" fmla="*/ 137584 h 2096984"/>
                <a:gd name="connsiteX4" fmla="*/ 1084521 w 2700670"/>
                <a:gd name="connsiteY4" fmla="*/ 174799 h 2096984"/>
                <a:gd name="connsiteX5" fmla="*/ 1371601 w 2700670"/>
                <a:gd name="connsiteY5" fmla="*/ 1642091 h 2096984"/>
                <a:gd name="connsiteX6" fmla="*/ 1520456 w 2700670"/>
                <a:gd name="connsiteY6" fmla="*/ 2056761 h 2096984"/>
                <a:gd name="connsiteX7" fmla="*/ 1669312 w 2700670"/>
                <a:gd name="connsiteY7" fmla="*/ 2051445 h 2096984"/>
                <a:gd name="connsiteX8" fmla="*/ 1775638 w 2700670"/>
                <a:gd name="connsiteY8" fmla="*/ 1796263 h 2096984"/>
                <a:gd name="connsiteX9" fmla="*/ 1887280 w 2700670"/>
                <a:gd name="connsiteY9" fmla="*/ 1381593 h 2096984"/>
                <a:gd name="connsiteX10" fmla="*/ 1982973 w 2700670"/>
                <a:gd name="connsiteY10" fmla="*/ 1147677 h 2096984"/>
                <a:gd name="connsiteX11" fmla="*/ 2190308 w 2700670"/>
                <a:gd name="connsiteY11" fmla="*/ 1030718 h 2096984"/>
                <a:gd name="connsiteX12" fmla="*/ 2700670 w 2700670"/>
                <a:gd name="connsiteY12" fmla="*/ 1030718 h 2096984"/>
                <a:gd name="connsiteX0" fmla="*/ 0 w 2700670"/>
                <a:gd name="connsiteY0" fmla="*/ 1567663 h 2096984"/>
                <a:gd name="connsiteX1" fmla="*/ 345559 w 2700670"/>
                <a:gd name="connsiteY1" fmla="*/ 1562346 h 2096984"/>
                <a:gd name="connsiteX2" fmla="*/ 552893 w 2700670"/>
                <a:gd name="connsiteY2" fmla="*/ 1168942 h 2096984"/>
                <a:gd name="connsiteX3" fmla="*/ 834657 w 2700670"/>
                <a:gd name="connsiteY3" fmla="*/ 137584 h 2096984"/>
                <a:gd name="connsiteX4" fmla="*/ 1084521 w 2700670"/>
                <a:gd name="connsiteY4" fmla="*/ 174799 h 2096984"/>
                <a:gd name="connsiteX5" fmla="*/ 1371601 w 2700670"/>
                <a:gd name="connsiteY5" fmla="*/ 1642091 h 2096984"/>
                <a:gd name="connsiteX6" fmla="*/ 1520456 w 2700670"/>
                <a:gd name="connsiteY6" fmla="*/ 2056761 h 2096984"/>
                <a:gd name="connsiteX7" fmla="*/ 1669312 w 2700670"/>
                <a:gd name="connsiteY7" fmla="*/ 2051445 h 2096984"/>
                <a:gd name="connsiteX8" fmla="*/ 1775638 w 2700670"/>
                <a:gd name="connsiteY8" fmla="*/ 1796263 h 2096984"/>
                <a:gd name="connsiteX9" fmla="*/ 1887280 w 2700670"/>
                <a:gd name="connsiteY9" fmla="*/ 1381593 h 2096984"/>
                <a:gd name="connsiteX10" fmla="*/ 1982973 w 2700670"/>
                <a:gd name="connsiteY10" fmla="*/ 1147677 h 2096984"/>
                <a:gd name="connsiteX11" fmla="*/ 2190308 w 2700670"/>
                <a:gd name="connsiteY11" fmla="*/ 1030718 h 2096984"/>
                <a:gd name="connsiteX12" fmla="*/ 2700670 w 2700670"/>
                <a:gd name="connsiteY12" fmla="*/ 1030718 h 2096984"/>
                <a:gd name="connsiteX0" fmla="*/ 0 w 2705986"/>
                <a:gd name="connsiteY0" fmla="*/ 1567663 h 2096984"/>
                <a:gd name="connsiteX1" fmla="*/ 345559 w 2705986"/>
                <a:gd name="connsiteY1" fmla="*/ 1562346 h 2096984"/>
                <a:gd name="connsiteX2" fmla="*/ 552893 w 2705986"/>
                <a:gd name="connsiteY2" fmla="*/ 1168942 h 2096984"/>
                <a:gd name="connsiteX3" fmla="*/ 834657 w 2705986"/>
                <a:gd name="connsiteY3" fmla="*/ 137584 h 2096984"/>
                <a:gd name="connsiteX4" fmla="*/ 1084521 w 2705986"/>
                <a:gd name="connsiteY4" fmla="*/ 174799 h 2096984"/>
                <a:gd name="connsiteX5" fmla="*/ 1371601 w 2705986"/>
                <a:gd name="connsiteY5" fmla="*/ 1642091 h 2096984"/>
                <a:gd name="connsiteX6" fmla="*/ 1520456 w 2705986"/>
                <a:gd name="connsiteY6" fmla="*/ 2056761 h 2096984"/>
                <a:gd name="connsiteX7" fmla="*/ 1669312 w 2705986"/>
                <a:gd name="connsiteY7" fmla="*/ 2051445 h 2096984"/>
                <a:gd name="connsiteX8" fmla="*/ 1775638 w 2705986"/>
                <a:gd name="connsiteY8" fmla="*/ 1796263 h 2096984"/>
                <a:gd name="connsiteX9" fmla="*/ 1887280 w 2705986"/>
                <a:gd name="connsiteY9" fmla="*/ 1381593 h 2096984"/>
                <a:gd name="connsiteX10" fmla="*/ 1982973 w 2705986"/>
                <a:gd name="connsiteY10" fmla="*/ 1147677 h 2096984"/>
                <a:gd name="connsiteX11" fmla="*/ 2190308 w 2705986"/>
                <a:gd name="connsiteY11" fmla="*/ 1030718 h 2096984"/>
                <a:gd name="connsiteX12" fmla="*/ 2705986 w 2705986"/>
                <a:gd name="connsiteY12" fmla="*/ 1025402 h 2096984"/>
                <a:gd name="connsiteX0" fmla="*/ 0 w 2705986"/>
                <a:gd name="connsiteY0" fmla="*/ 1595778 h 2125099"/>
                <a:gd name="connsiteX1" fmla="*/ 345559 w 2705986"/>
                <a:gd name="connsiteY1" fmla="*/ 1590461 h 2125099"/>
                <a:gd name="connsiteX2" fmla="*/ 552893 w 2705986"/>
                <a:gd name="connsiteY2" fmla="*/ 1197057 h 2125099"/>
                <a:gd name="connsiteX3" fmla="*/ 834657 w 2705986"/>
                <a:gd name="connsiteY3" fmla="*/ 165699 h 2125099"/>
                <a:gd name="connsiteX4" fmla="*/ 1069292 w 2705986"/>
                <a:gd name="connsiteY4" fmla="*/ 156419 h 2125099"/>
                <a:gd name="connsiteX5" fmla="*/ 1371601 w 2705986"/>
                <a:gd name="connsiteY5" fmla="*/ 1670206 h 2125099"/>
                <a:gd name="connsiteX6" fmla="*/ 1520456 w 2705986"/>
                <a:gd name="connsiteY6" fmla="*/ 2084876 h 2125099"/>
                <a:gd name="connsiteX7" fmla="*/ 1669312 w 2705986"/>
                <a:gd name="connsiteY7" fmla="*/ 2079560 h 2125099"/>
                <a:gd name="connsiteX8" fmla="*/ 1775638 w 2705986"/>
                <a:gd name="connsiteY8" fmla="*/ 1824378 h 2125099"/>
                <a:gd name="connsiteX9" fmla="*/ 1887280 w 2705986"/>
                <a:gd name="connsiteY9" fmla="*/ 1409708 h 2125099"/>
                <a:gd name="connsiteX10" fmla="*/ 1982973 w 2705986"/>
                <a:gd name="connsiteY10" fmla="*/ 1175792 h 2125099"/>
                <a:gd name="connsiteX11" fmla="*/ 2190308 w 2705986"/>
                <a:gd name="connsiteY11" fmla="*/ 1058833 h 2125099"/>
                <a:gd name="connsiteX12" fmla="*/ 2705986 w 2705986"/>
                <a:gd name="connsiteY12" fmla="*/ 1053517 h 2125099"/>
                <a:gd name="connsiteX0" fmla="*/ 0 w 2705986"/>
                <a:gd name="connsiteY0" fmla="*/ 1553155 h 2082476"/>
                <a:gd name="connsiteX1" fmla="*/ 345559 w 2705986"/>
                <a:gd name="connsiteY1" fmla="*/ 1547838 h 2082476"/>
                <a:gd name="connsiteX2" fmla="*/ 552893 w 2705986"/>
                <a:gd name="connsiteY2" fmla="*/ 1154434 h 2082476"/>
                <a:gd name="connsiteX3" fmla="*/ 834657 w 2705986"/>
                <a:gd name="connsiteY3" fmla="*/ 123076 h 2082476"/>
                <a:gd name="connsiteX4" fmla="*/ 1069292 w 2705986"/>
                <a:gd name="connsiteY4" fmla="*/ 113796 h 2082476"/>
                <a:gd name="connsiteX5" fmla="*/ 1371601 w 2705986"/>
                <a:gd name="connsiteY5" fmla="*/ 1627583 h 2082476"/>
                <a:gd name="connsiteX6" fmla="*/ 1520456 w 2705986"/>
                <a:gd name="connsiteY6" fmla="*/ 2042253 h 2082476"/>
                <a:gd name="connsiteX7" fmla="*/ 1669312 w 2705986"/>
                <a:gd name="connsiteY7" fmla="*/ 2036937 h 2082476"/>
                <a:gd name="connsiteX8" fmla="*/ 1775638 w 2705986"/>
                <a:gd name="connsiteY8" fmla="*/ 1781755 h 2082476"/>
                <a:gd name="connsiteX9" fmla="*/ 1887280 w 2705986"/>
                <a:gd name="connsiteY9" fmla="*/ 1367085 h 2082476"/>
                <a:gd name="connsiteX10" fmla="*/ 1982973 w 2705986"/>
                <a:gd name="connsiteY10" fmla="*/ 1133169 h 2082476"/>
                <a:gd name="connsiteX11" fmla="*/ 2190308 w 2705986"/>
                <a:gd name="connsiteY11" fmla="*/ 1016210 h 2082476"/>
                <a:gd name="connsiteX12" fmla="*/ 2705986 w 2705986"/>
                <a:gd name="connsiteY12" fmla="*/ 1010894 h 2082476"/>
                <a:gd name="connsiteX0" fmla="*/ 0 w 2705986"/>
                <a:gd name="connsiteY0" fmla="*/ 1536070 h 2065391"/>
                <a:gd name="connsiteX1" fmla="*/ 345559 w 2705986"/>
                <a:gd name="connsiteY1" fmla="*/ 1530753 h 2065391"/>
                <a:gd name="connsiteX2" fmla="*/ 552893 w 2705986"/>
                <a:gd name="connsiteY2" fmla="*/ 1137349 h 2065391"/>
                <a:gd name="connsiteX3" fmla="*/ 834657 w 2705986"/>
                <a:gd name="connsiteY3" fmla="*/ 105991 h 2065391"/>
                <a:gd name="connsiteX4" fmla="*/ 1069292 w 2705986"/>
                <a:gd name="connsiteY4" fmla="*/ 96711 h 2065391"/>
                <a:gd name="connsiteX5" fmla="*/ 1371601 w 2705986"/>
                <a:gd name="connsiteY5" fmla="*/ 1610498 h 2065391"/>
                <a:gd name="connsiteX6" fmla="*/ 1520456 w 2705986"/>
                <a:gd name="connsiteY6" fmla="*/ 2025168 h 2065391"/>
                <a:gd name="connsiteX7" fmla="*/ 1669312 w 2705986"/>
                <a:gd name="connsiteY7" fmla="*/ 2019852 h 2065391"/>
                <a:gd name="connsiteX8" fmla="*/ 1775638 w 2705986"/>
                <a:gd name="connsiteY8" fmla="*/ 1764670 h 2065391"/>
                <a:gd name="connsiteX9" fmla="*/ 1887280 w 2705986"/>
                <a:gd name="connsiteY9" fmla="*/ 1350000 h 2065391"/>
                <a:gd name="connsiteX10" fmla="*/ 1982973 w 2705986"/>
                <a:gd name="connsiteY10" fmla="*/ 1116084 h 2065391"/>
                <a:gd name="connsiteX11" fmla="*/ 2190308 w 2705986"/>
                <a:gd name="connsiteY11" fmla="*/ 999125 h 2065391"/>
                <a:gd name="connsiteX12" fmla="*/ 2705986 w 2705986"/>
                <a:gd name="connsiteY12" fmla="*/ 993809 h 2065391"/>
                <a:gd name="connsiteX0" fmla="*/ 0 w 2705986"/>
                <a:gd name="connsiteY0" fmla="*/ 1533010 h 2062331"/>
                <a:gd name="connsiteX1" fmla="*/ 345559 w 2705986"/>
                <a:gd name="connsiteY1" fmla="*/ 1527693 h 2062331"/>
                <a:gd name="connsiteX2" fmla="*/ 552893 w 2705986"/>
                <a:gd name="connsiteY2" fmla="*/ 1134289 h 2062331"/>
                <a:gd name="connsiteX3" fmla="*/ 834657 w 2705986"/>
                <a:gd name="connsiteY3" fmla="*/ 102931 h 2062331"/>
                <a:gd name="connsiteX4" fmla="*/ 1069292 w 2705986"/>
                <a:gd name="connsiteY4" fmla="*/ 93651 h 2062331"/>
                <a:gd name="connsiteX5" fmla="*/ 1371601 w 2705986"/>
                <a:gd name="connsiteY5" fmla="*/ 1607438 h 2062331"/>
                <a:gd name="connsiteX6" fmla="*/ 1520456 w 2705986"/>
                <a:gd name="connsiteY6" fmla="*/ 2022108 h 2062331"/>
                <a:gd name="connsiteX7" fmla="*/ 1669312 w 2705986"/>
                <a:gd name="connsiteY7" fmla="*/ 2016792 h 2062331"/>
                <a:gd name="connsiteX8" fmla="*/ 1775638 w 2705986"/>
                <a:gd name="connsiteY8" fmla="*/ 1761610 h 2062331"/>
                <a:gd name="connsiteX9" fmla="*/ 1887280 w 2705986"/>
                <a:gd name="connsiteY9" fmla="*/ 1346940 h 2062331"/>
                <a:gd name="connsiteX10" fmla="*/ 1982973 w 2705986"/>
                <a:gd name="connsiteY10" fmla="*/ 1113024 h 2062331"/>
                <a:gd name="connsiteX11" fmla="*/ 2190308 w 2705986"/>
                <a:gd name="connsiteY11" fmla="*/ 996065 h 2062331"/>
                <a:gd name="connsiteX12" fmla="*/ 2705986 w 2705986"/>
                <a:gd name="connsiteY12" fmla="*/ 990749 h 2062331"/>
                <a:gd name="connsiteX0" fmla="*/ 0 w 2705986"/>
                <a:gd name="connsiteY0" fmla="*/ 1591053 h 2110797"/>
                <a:gd name="connsiteX1" fmla="*/ 345559 w 2705986"/>
                <a:gd name="connsiteY1" fmla="*/ 1585736 h 2110797"/>
                <a:gd name="connsiteX2" fmla="*/ 552893 w 2705986"/>
                <a:gd name="connsiteY2" fmla="*/ 1192332 h 2110797"/>
                <a:gd name="connsiteX3" fmla="*/ 834657 w 2705986"/>
                <a:gd name="connsiteY3" fmla="*/ 160974 h 2110797"/>
                <a:gd name="connsiteX4" fmla="*/ 1069292 w 2705986"/>
                <a:gd name="connsiteY4" fmla="*/ 151694 h 2110797"/>
                <a:gd name="connsiteX5" fmla="*/ 1417288 w 2705986"/>
                <a:gd name="connsiteY5" fmla="*/ 1804966 h 2110797"/>
                <a:gd name="connsiteX6" fmla="*/ 1520456 w 2705986"/>
                <a:gd name="connsiteY6" fmla="*/ 2080151 h 2110797"/>
                <a:gd name="connsiteX7" fmla="*/ 1669312 w 2705986"/>
                <a:gd name="connsiteY7" fmla="*/ 2074835 h 2110797"/>
                <a:gd name="connsiteX8" fmla="*/ 1775638 w 2705986"/>
                <a:gd name="connsiteY8" fmla="*/ 1819653 h 2110797"/>
                <a:gd name="connsiteX9" fmla="*/ 1887280 w 2705986"/>
                <a:gd name="connsiteY9" fmla="*/ 1404983 h 2110797"/>
                <a:gd name="connsiteX10" fmla="*/ 1982973 w 2705986"/>
                <a:gd name="connsiteY10" fmla="*/ 1171067 h 2110797"/>
                <a:gd name="connsiteX11" fmla="*/ 2190308 w 2705986"/>
                <a:gd name="connsiteY11" fmla="*/ 1054108 h 2110797"/>
                <a:gd name="connsiteX12" fmla="*/ 2705986 w 2705986"/>
                <a:gd name="connsiteY12" fmla="*/ 1048792 h 2110797"/>
                <a:gd name="connsiteX0" fmla="*/ 0 w 2705986"/>
                <a:gd name="connsiteY0" fmla="*/ 1591053 h 2110797"/>
                <a:gd name="connsiteX1" fmla="*/ 345559 w 2705986"/>
                <a:gd name="connsiteY1" fmla="*/ 1585736 h 2110797"/>
                <a:gd name="connsiteX2" fmla="*/ 552893 w 2705986"/>
                <a:gd name="connsiteY2" fmla="*/ 1192332 h 2110797"/>
                <a:gd name="connsiteX3" fmla="*/ 834657 w 2705986"/>
                <a:gd name="connsiteY3" fmla="*/ 160974 h 2110797"/>
                <a:gd name="connsiteX4" fmla="*/ 1069292 w 2705986"/>
                <a:gd name="connsiteY4" fmla="*/ 151694 h 2110797"/>
                <a:gd name="connsiteX5" fmla="*/ 1417288 w 2705986"/>
                <a:gd name="connsiteY5" fmla="*/ 1804966 h 2110797"/>
                <a:gd name="connsiteX6" fmla="*/ 1520456 w 2705986"/>
                <a:gd name="connsiteY6" fmla="*/ 2080151 h 2110797"/>
                <a:gd name="connsiteX7" fmla="*/ 1722613 w 2705986"/>
                <a:gd name="connsiteY7" fmla="*/ 2074835 h 2110797"/>
                <a:gd name="connsiteX8" fmla="*/ 1775638 w 2705986"/>
                <a:gd name="connsiteY8" fmla="*/ 1819653 h 2110797"/>
                <a:gd name="connsiteX9" fmla="*/ 1887280 w 2705986"/>
                <a:gd name="connsiteY9" fmla="*/ 1404983 h 2110797"/>
                <a:gd name="connsiteX10" fmla="*/ 1982973 w 2705986"/>
                <a:gd name="connsiteY10" fmla="*/ 1171067 h 2110797"/>
                <a:gd name="connsiteX11" fmla="*/ 2190308 w 2705986"/>
                <a:gd name="connsiteY11" fmla="*/ 1054108 h 2110797"/>
                <a:gd name="connsiteX12" fmla="*/ 2705986 w 2705986"/>
                <a:gd name="connsiteY12" fmla="*/ 1048792 h 2110797"/>
                <a:gd name="connsiteX0" fmla="*/ 0 w 2705986"/>
                <a:gd name="connsiteY0" fmla="*/ 1591053 h 2115003"/>
                <a:gd name="connsiteX1" fmla="*/ 345559 w 2705986"/>
                <a:gd name="connsiteY1" fmla="*/ 1585736 h 2115003"/>
                <a:gd name="connsiteX2" fmla="*/ 552893 w 2705986"/>
                <a:gd name="connsiteY2" fmla="*/ 1192332 h 2115003"/>
                <a:gd name="connsiteX3" fmla="*/ 834657 w 2705986"/>
                <a:gd name="connsiteY3" fmla="*/ 160974 h 2115003"/>
                <a:gd name="connsiteX4" fmla="*/ 1069292 w 2705986"/>
                <a:gd name="connsiteY4" fmla="*/ 151694 h 2115003"/>
                <a:gd name="connsiteX5" fmla="*/ 1417288 w 2705986"/>
                <a:gd name="connsiteY5" fmla="*/ 1804966 h 2115003"/>
                <a:gd name="connsiteX6" fmla="*/ 1520456 w 2705986"/>
                <a:gd name="connsiteY6" fmla="*/ 2080151 h 2115003"/>
                <a:gd name="connsiteX7" fmla="*/ 1669312 w 2705986"/>
                <a:gd name="connsiteY7" fmla="*/ 2082584 h 2115003"/>
                <a:gd name="connsiteX8" fmla="*/ 1775638 w 2705986"/>
                <a:gd name="connsiteY8" fmla="*/ 1819653 h 2115003"/>
                <a:gd name="connsiteX9" fmla="*/ 1887280 w 2705986"/>
                <a:gd name="connsiteY9" fmla="*/ 1404983 h 2115003"/>
                <a:gd name="connsiteX10" fmla="*/ 1982973 w 2705986"/>
                <a:gd name="connsiteY10" fmla="*/ 1171067 h 2115003"/>
                <a:gd name="connsiteX11" fmla="*/ 2190308 w 2705986"/>
                <a:gd name="connsiteY11" fmla="*/ 1054108 h 2115003"/>
                <a:gd name="connsiteX12" fmla="*/ 2705986 w 2705986"/>
                <a:gd name="connsiteY12" fmla="*/ 1048792 h 2115003"/>
                <a:gd name="connsiteX0" fmla="*/ 0 w 2705986"/>
                <a:gd name="connsiteY0" fmla="*/ 1591053 h 2115003"/>
                <a:gd name="connsiteX1" fmla="*/ 345559 w 2705986"/>
                <a:gd name="connsiteY1" fmla="*/ 1585736 h 2115003"/>
                <a:gd name="connsiteX2" fmla="*/ 552893 w 2705986"/>
                <a:gd name="connsiteY2" fmla="*/ 1192332 h 2115003"/>
                <a:gd name="connsiteX3" fmla="*/ 834657 w 2705986"/>
                <a:gd name="connsiteY3" fmla="*/ 160974 h 2115003"/>
                <a:gd name="connsiteX4" fmla="*/ 1069292 w 2705986"/>
                <a:gd name="connsiteY4" fmla="*/ 151694 h 2115003"/>
                <a:gd name="connsiteX5" fmla="*/ 1417288 w 2705986"/>
                <a:gd name="connsiteY5" fmla="*/ 1804966 h 2115003"/>
                <a:gd name="connsiteX6" fmla="*/ 1520456 w 2705986"/>
                <a:gd name="connsiteY6" fmla="*/ 2080151 h 2115003"/>
                <a:gd name="connsiteX7" fmla="*/ 1669312 w 2705986"/>
                <a:gd name="connsiteY7" fmla="*/ 2082584 h 2115003"/>
                <a:gd name="connsiteX8" fmla="*/ 1775638 w 2705986"/>
                <a:gd name="connsiteY8" fmla="*/ 1819653 h 2115003"/>
                <a:gd name="connsiteX9" fmla="*/ 1887280 w 2705986"/>
                <a:gd name="connsiteY9" fmla="*/ 1404983 h 2115003"/>
                <a:gd name="connsiteX10" fmla="*/ 1982973 w 2705986"/>
                <a:gd name="connsiteY10" fmla="*/ 1171067 h 2115003"/>
                <a:gd name="connsiteX11" fmla="*/ 2190308 w 2705986"/>
                <a:gd name="connsiteY11" fmla="*/ 1054108 h 2115003"/>
                <a:gd name="connsiteX12" fmla="*/ 2705986 w 2705986"/>
                <a:gd name="connsiteY12" fmla="*/ 1048792 h 2115003"/>
                <a:gd name="connsiteX0" fmla="*/ 0 w 2705986"/>
                <a:gd name="connsiteY0" fmla="*/ 1591053 h 2115003"/>
                <a:gd name="connsiteX1" fmla="*/ 345559 w 2705986"/>
                <a:gd name="connsiteY1" fmla="*/ 1585736 h 2115003"/>
                <a:gd name="connsiteX2" fmla="*/ 552893 w 2705986"/>
                <a:gd name="connsiteY2" fmla="*/ 1192332 h 2115003"/>
                <a:gd name="connsiteX3" fmla="*/ 834657 w 2705986"/>
                <a:gd name="connsiteY3" fmla="*/ 160974 h 2115003"/>
                <a:gd name="connsiteX4" fmla="*/ 1069292 w 2705986"/>
                <a:gd name="connsiteY4" fmla="*/ 151694 h 2115003"/>
                <a:gd name="connsiteX5" fmla="*/ 1417288 w 2705986"/>
                <a:gd name="connsiteY5" fmla="*/ 1804966 h 2115003"/>
                <a:gd name="connsiteX6" fmla="*/ 1520456 w 2705986"/>
                <a:gd name="connsiteY6" fmla="*/ 2080151 h 2115003"/>
                <a:gd name="connsiteX7" fmla="*/ 1678770 w 2705986"/>
                <a:gd name="connsiteY7" fmla="*/ 2082584 h 2115003"/>
                <a:gd name="connsiteX8" fmla="*/ 1775638 w 2705986"/>
                <a:gd name="connsiteY8" fmla="*/ 1819653 h 2115003"/>
                <a:gd name="connsiteX9" fmla="*/ 1887280 w 2705986"/>
                <a:gd name="connsiteY9" fmla="*/ 1404983 h 2115003"/>
                <a:gd name="connsiteX10" fmla="*/ 1982973 w 2705986"/>
                <a:gd name="connsiteY10" fmla="*/ 1171067 h 2115003"/>
                <a:gd name="connsiteX11" fmla="*/ 2190308 w 2705986"/>
                <a:gd name="connsiteY11" fmla="*/ 1054108 h 2115003"/>
                <a:gd name="connsiteX12" fmla="*/ 2705986 w 2705986"/>
                <a:gd name="connsiteY12" fmla="*/ 1048792 h 2115003"/>
                <a:gd name="connsiteX0" fmla="*/ 0 w 2705986"/>
                <a:gd name="connsiteY0" fmla="*/ 1591053 h 2115003"/>
                <a:gd name="connsiteX1" fmla="*/ 345559 w 2705986"/>
                <a:gd name="connsiteY1" fmla="*/ 1585736 h 2115003"/>
                <a:gd name="connsiteX2" fmla="*/ 552893 w 2705986"/>
                <a:gd name="connsiteY2" fmla="*/ 1192332 h 2115003"/>
                <a:gd name="connsiteX3" fmla="*/ 834657 w 2705986"/>
                <a:gd name="connsiteY3" fmla="*/ 160974 h 2115003"/>
                <a:gd name="connsiteX4" fmla="*/ 1069292 w 2705986"/>
                <a:gd name="connsiteY4" fmla="*/ 151694 h 2115003"/>
                <a:gd name="connsiteX5" fmla="*/ 1417288 w 2705986"/>
                <a:gd name="connsiteY5" fmla="*/ 1804966 h 2115003"/>
                <a:gd name="connsiteX6" fmla="*/ 1520456 w 2705986"/>
                <a:gd name="connsiteY6" fmla="*/ 2080151 h 2115003"/>
                <a:gd name="connsiteX7" fmla="*/ 1678770 w 2705986"/>
                <a:gd name="connsiteY7" fmla="*/ 2082584 h 2115003"/>
                <a:gd name="connsiteX8" fmla="*/ 1775638 w 2705986"/>
                <a:gd name="connsiteY8" fmla="*/ 1819653 h 2115003"/>
                <a:gd name="connsiteX9" fmla="*/ 1887280 w 2705986"/>
                <a:gd name="connsiteY9" fmla="*/ 1404983 h 2115003"/>
                <a:gd name="connsiteX10" fmla="*/ 1982973 w 2705986"/>
                <a:gd name="connsiteY10" fmla="*/ 1171067 h 2115003"/>
                <a:gd name="connsiteX11" fmla="*/ 2190308 w 2705986"/>
                <a:gd name="connsiteY11" fmla="*/ 1054108 h 2115003"/>
                <a:gd name="connsiteX12" fmla="*/ 2705986 w 2705986"/>
                <a:gd name="connsiteY12" fmla="*/ 1048792 h 2115003"/>
                <a:gd name="connsiteX0" fmla="*/ 0 w 2705986"/>
                <a:gd name="connsiteY0" fmla="*/ 1591053 h 2115003"/>
                <a:gd name="connsiteX1" fmla="*/ 345559 w 2705986"/>
                <a:gd name="connsiteY1" fmla="*/ 1585736 h 2115003"/>
                <a:gd name="connsiteX2" fmla="*/ 552893 w 2705986"/>
                <a:gd name="connsiteY2" fmla="*/ 1192332 h 2115003"/>
                <a:gd name="connsiteX3" fmla="*/ 834657 w 2705986"/>
                <a:gd name="connsiteY3" fmla="*/ 160974 h 2115003"/>
                <a:gd name="connsiteX4" fmla="*/ 1069292 w 2705986"/>
                <a:gd name="connsiteY4" fmla="*/ 151694 h 2115003"/>
                <a:gd name="connsiteX5" fmla="*/ 1417288 w 2705986"/>
                <a:gd name="connsiteY5" fmla="*/ 1804966 h 2115003"/>
                <a:gd name="connsiteX6" fmla="*/ 1520456 w 2705986"/>
                <a:gd name="connsiteY6" fmla="*/ 2080151 h 2115003"/>
                <a:gd name="connsiteX7" fmla="*/ 1678770 w 2705986"/>
                <a:gd name="connsiteY7" fmla="*/ 2082584 h 2115003"/>
                <a:gd name="connsiteX8" fmla="*/ 1775638 w 2705986"/>
                <a:gd name="connsiteY8" fmla="*/ 1819653 h 2115003"/>
                <a:gd name="connsiteX9" fmla="*/ 1982973 w 2705986"/>
                <a:gd name="connsiteY9" fmla="*/ 1171067 h 2115003"/>
                <a:gd name="connsiteX10" fmla="*/ 2190308 w 2705986"/>
                <a:gd name="connsiteY10" fmla="*/ 1054108 h 2115003"/>
                <a:gd name="connsiteX11" fmla="*/ 2705986 w 2705986"/>
                <a:gd name="connsiteY11" fmla="*/ 1048792 h 2115003"/>
                <a:gd name="connsiteX0" fmla="*/ 0 w 2705986"/>
                <a:gd name="connsiteY0" fmla="*/ 1591053 h 2122928"/>
                <a:gd name="connsiteX1" fmla="*/ 345559 w 2705986"/>
                <a:gd name="connsiteY1" fmla="*/ 1585736 h 2122928"/>
                <a:gd name="connsiteX2" fmla="*/ 552893 w 2705986"/>
                <a:gd name="connsiteY2" fmla="*/ 1192332 h 2122928"/>
                <a:gd name="connsiteX3" fmla="*/ 834657 w 2705986"/>
                <a:gd name="connsiteY3" fmla="*/ 160974 h 2122928"/>
                <a:gd name="connsiteX4" fmla="*/ 1069292 w 2705986"/>
                <a:gd name="connsiteY4" fmla="*/ 151694 h 2122928"/>
                <a:gd name="connsiteX5" fmla="*/ 1417288 w 2705986"/>
                <a:gd name="connsiteY5" fmla="*/ 1804966 h 2122928"/>
                <a:gd name="connsiteX6" fmla="*/ 1520456 w 2705986"/>
                <a:gd name="connsiteY6" fmla="*/ 2080151 h 2122928"/>
                <a:gd name="connsiteX7" fmla="*/ 1678770 w 2705986"/>
                <a:gd name="connsiteY7" fmla="*/ 2082584 h 2122928"/>
                <a:gd name="connsiteX8" fmla="*/ 1827657 w 2705986"/>
                <a:gd name="connsiteY8" fmla="*/ 1699337 h 2122928"/>
                <a:gd name="connsiteX9" fmla="*/ 1982973 w 2705986"/>
                <a:gd name="connsiteY9" fmla="*/ 1171067 h 2122928"/>
                <a:gd name="connsiteX10" fmla="*/ 2190308 w 2705986"/>
                <a:gd name="connsiteY10" fmla="*/ 1054108 h 2122928"/>
                <a:gd name="connsiteX11" fmla="*/ 2705986 w 2705986"/>
                <a:gd name="connsiteY11" fmla="*/ 1048792 h 2122928"/>
                <a:gd name="connsiteX0" fmla="*/ 0 w 2705986"/>
                <a:gd name="connsiteY0" fmla="*/ 1585551 h 2121895"/>
                <a:gd name="connsiteX1" fmla="*/ 345559 w 2705986"/>
                <a:gd name="connsiteY1" fmla="*/ 1580234 h 2121895"/>
                <a:gd name="connsiteX2" fmla="*/ 552893 w 2705986"/>
                <a:gd name="connsiteY2" fmla="*/ 1186830 h 2121895"/>
                <a:gd name="connsiteX3" fmla="*/ 834657 w 2705986"/>
                <a:gd name="connsiteY3" fmla="*/ 155472 h 2121895"/>
                <a:gd name="connsiteX4" fmla="*/ 1069292 w 2705986"/>
                <a:gd name="connsiteY4" fmla="*/ 146192 h 2121895"/>
                <a:gd name="connsiteX5" fmla="*/ 1403102 w 2705986"/>
                <a:gd name="connsiteY5" fmla="*/ 1722461 h 2121895"/>
                <a:gd name="connsiteX6" fmla="*/ 1520456 w 2705986"/>
                <a:gd name="connsiteY6" fmla="*/ 2074649 h 2121895"/>
                <a:gd name="connsiteX7" fmla="*/ 1678770 w 2705986"/>
                <a:gd name="connsiteY7" fmla="*/ 2077082 h 2121895"/>
                <a:gd name="connsiteX8" fmla="*/ 1827657 w 2705986"/>
                <a:gd name="connsiteY8" fmla="*/ 1693835 h 2121895"/>
                <a:gd name="connsiteX9" fmla="*/ 1982973 w 2705986"/>
                <a:gd name="connsiteY9" fmla="*/ 1165565 h 2121895"/>
                <a:gd name="connsiteX10" fmla="*/ 2190308 w 2705986"/>
                <a:gd name="connsiteY10" fmla="*/ 1048606 h 2121895"/>
                <a:gd name="connsiteX11" fmla="*/ 2705986 w 2705986"/>
                <a:gd name="connsiteY11" fmla="*/ 1043290 h 2121895"/>
                <a:gd name="connsiteX0" fmla="*/ 0 w 2705986"/>
                <a:gd name="connsiteY0" fmla="*/ 1581779 h 2121367"/>
                <a:gd name="connsiteX1" fmla="*/ 345559 w 2705986"/>
                <a:gd name="connsiteY1" fmla="*/ 1576462 h 2121367"/>
                <a:gd name="connsiteX2" fmla="*/ 552893 w 2705986"/>
                <a:gd name="connsiteY2" fmla="*/ 1183058 h 2121367"/>
                <a:gd name="connsiteX3" fmla="*/ 834657 w 2705986"/>
                <a:gd name="connsiteY3" fmla="*/ 151700 h 2121367"/>
                <a:gd name="connsiteX4" fmla="*/ 1069292 w 2705986"/>
                <a:gd name="connsiteY4" fmla="*/ 142420 h 2121367"/>
                <a:gd name="connsiteX5" fmla="*/ 1403102 w 2705986"/>
                <a:gd name="connsiteY5" fmla="*/ 1665750 h 2121367"/>
                <a:gd name="connsiteX6" fmla="*/ 1520456 w 2705986"/>
                <a:gd name="connsiteY6" fmla="*/ 2070877 h 2121367"/>
                <a:gd name="connsiteX7" fmla="*/ 1678770 w 2705986"/>
                <a:gd name="connsiteY7" fmla="*/ 2073310 h 2121367"/>
                <a:gd name="connsiteX8" fmla="*/ 1827657 w 2705986"/>
                <a:gd name="connsiteY8" fmla="*/ 1690063 h 2121367"/>
                <a:gd name="connsiteX9" fmla="*/ 1982973 w 2705986"/>
                <a:gd name="connsiteY9" fmla="*/ 1161793 h 2121367"/>
                <a:gd name="connsiteX10" fmla="*/ 2190308 w 2705986"/>
                <a:gd name="connsiteY10" fmla="*/ 1044834 h 2121367"/>
                <a:gd name="connsiteX11" fmla="*/ 2705986 w 2705986"/>
                <a:gd name="connsiteY11" fmla="*/ 1039518 h 2121367"/>
                <a:gd name="connsiteX0" fmla="*/ 0 w 2705986"/>
                <a:gd name="connsiteY0" fmla="*/ 1582121 h 2121409"/>
                <a:gd name="connsiteX1" fmla="*/ 345559 w 2705986"/>
                <a:gd name="connsiteY1" fmla="*/ 1576804 h 2121409"/>
                <a:gd name="connsiteX2" fmla="*/ 552893 w 2705986"/>
                <a:gd name="connsiteY2" fmla="*/ 1183400 h 2121409"/>
                <a:gd name="connsiteX3" fmla="*/ 834657 w 2705986"/>
                <a:gd name="connsiteY3" fmla="*/ 152042 h 2121409"/>
                <a:gd name="connsiteX4" fmla="*/ 1069292 w 2705986"/>
                <a:gd name="connsiteY4" fmla="*/ 142762 h 2121409"/>
                <a:gd name="connsiteX5" fmla="*/ 1379456 w 2705986"/>
                <a:gd name="connsiteY5" fmla="*/ 1670905 h 2121409"/>
                <a:gd name="connsiteX6" fmla="*/ 1520456 w 2705986"/>
                <a:gd name="connsiteY6" fmla="*/ 2071219 h 2121409"/>
                <a:gd name="connsiteX7" fmla="*/ 1678770 w 2705986"/>
                <a:gd name="connsiteY7" fmla="*/ 2073652 h 2121409"/>
                <a:gd name="connsiteX8" fmla="*/ 1827657 w 2705986"/>
                <a:gd name="connsiteY8" fmla="*/ 1690405 h 2121409"/>
                <a:gd name="connsiteX9" fmla="*/ 1982973 w 2705986"/>
                <a:gd name="connsiteY9" fmla="*/ 1162135 h 2121409"/>
                <a:gd name="connsiteX10" fmla="*/ 2190308 w 2705986"/>
                <a:gd name="connsiteY10" fmla="*/ 1045176 h 2121409"/>
                <a:gd name="connsiteX11" fmla="*/ 2705986 w 2705986"/>
                <a:gd name="connsiteY11" fmla="*/ 1039860 h 2121409"/>
                <a:gd name="connsiteX0" fmla="*/ 0 w 2705986"/>
                <a:gd name="connsiteY0" fmla="*/ 1582121 h 2118773"/>
                <a:gd name="connsiteX1" fmla="*/ 345559 w 2705986"/>
                <a:gd name="connsiteY1" fmla="*/ 1576804 h 2118773"/>
                <a:gd name="connsiteX2" fmla="*/ 552893 w 2705986"/>
                <a:gd name="connsiteY2" fmla="*/ 1183400 h 2118773"/>
                <a:gd name="connsiteX3" fmla="*/ 834657 w 2705986"/>
                <a:gd name="connsiteY3" fmla="*/ 152042 h 2118773"/>
                <a:gd name="connsiteX4" fmla="*/ 1069292 w 2705986"/>
                <a:gd name="connsiteY4" fmla="*/ 142762 h 2118773"/>
                <a:gd name="connsiteX5" fmla="*/ 1379456 w 2705986"/>
                <a:gd name="connsiteY5" fmla="*/ 1670905 h 2118773"/>
                <a:gd name="connsiteX6" fmla="*/ 1496811 w 2705986"/>
                <a:gd name="connsiteY6" fmla="*/ 2066406 h 2118773"/>
                <a:gd name="connsiteX7" fmla="*/ 1678770 w 2705986"/>
                <a:gd name="connsiteY7" fmla="*/ 2073652 h 2118773"/>
                <a:gd name="connsiteX8" fmla="*/ 1827657 w 2705986"/>
                <a:gd name="connsiteY8" fmla="*/ 1690405 h 2118773"/>
                <a:gd name="connsiteX9" fmla="*/ 1982973 w 2705986"/>
                <a:gd name="connsiteY9" fmla="*/ 1162135 h 2118773"/>
                <a:gd name="connsiteX10" fmla="*/ 2190308 w 2705986"/>
                <a:gd name="connsiteY10" fmla="*/ 1045176 h 2118773"/>
                <a:gd name="connsiteX11" fmla="*/ 2705986 w 2705986"/>
                <a:gd name="connsiteY11" fmla="*/ 1039860 h 2118773"/>
                <a:gd name="connsiteX0" fmla="*/ 0 w 2705986"/>
                <a:gd name="connsiteY0" fmla="*/ 1582121 h 2118773"/>
                <a:gd name="connsiteX1" fmla="*/ 345559 w 2705986"/>
                <a:gd name="connsiteY1" fmla="*/ 1576804 h 2118773"/>
                <a:gd name="connsiteX2" fmla="*/ 552893 w 2705986"/>
                <a:gd name="connsiteY2" fmla="*/ 1183400 h 2118773"/>
                <a:gd name="connsiteX3" fmla="*/ 834657 w 2705986"/>
                <a:gd name="connsiteY3" fmla="*/ 152042 h 2118773"/>
                <a:gd name="connsiteX4" fmla="*/ 1069292 w 2705986"/>
                <a:gd name="connsiteY4" fmla="*/ 142762 h 2118773"/>
                <a:gd name="connsiteX5" fmla="*/ 1379456 w 2705986"/>
                <a:gd name="connsiteY5" fmla="*/ 1670905 h 2118773"/>
                <a:gd name="connsiteX6" fmla="*/ 1496811 w 2705986"/>
                <a:gd name="connsiteY6" fmla="*/ 2066406 h 2118773"/>
                <a:gd name="connsiteX7" fmla="*/ 1678771 w 2705986"/>
                <a:gd name="connsiteY7" fmla="*/ 2073652 h 2118773"/>
                <a:gd name="connsiteX8" fmla="*/ 1827657 w 2705986"/>
                <a:gd name="connsiteY8" fmla="*/ 1690405 h 2118773"/>
                <a:gd name="connsiteX9" fmla="*/ 1982973 w 2705986"/>
                <a:gd name="connsiteY9" fmla="*/ 1162135 h 2118773"/>
                <a:gd name="connsiteX10" fmla="*/ 2190308 w 2705986"/>
                <a:gd name="connsiteY10" fmla="*/ 1045176 h 2118773"/>
                <a:gd name="connsiteX11" fmla="*/ 2705986 w 2705986"/>
                <a:gd name="connsiteY11" fmla="*/ 1039860 h 2118773"/>
                <a:gd name="connsiteX0" fmla="*/ 0 w 2705986"/>
                <a:gd name="connsiteY0" fmla="*/ 1582121 h 2118773"/>
                <a:gd name="connsiteX1" fmla="*/ 345559 w 2705986"/>
                <a:gd name="connsiteY1" fmla="*/ 1576804 h 2118773"/>
                <a:gd name="connsiteX2" fmla="*/ 552893 w 2705986"/>
                <a:gd name="connsiteY2" fmla="*/ 1183400 h 2118773"/>
                <a:gd name="connsiteX3" fmla="*/ 834657 w 2705986"/>
                <a:gd name="connsiteY3" fmla="*/ 152042 h 2118773"/>
                <a:gd name="connsiteX4" fmla="*/ 1069292 w 2705986"/>
                <a:gd name="connsiteY4" fmla="*/ 142762 h 2118773"/>
                <a:gd name="connsiteX5" fmla="*/ 1379456 w 2705986"/>
                <a:gd name="connsiteY5" fmla="*/ 1670905 h 2118773"/>
                <a:gd name="connsiteX6" fmla="*/ 1496811 w 2705986"/>
                <a:gd name="connsiteY6" fmla="*/ 2066406 h 2118773"/>
                <a:gd name="connsiteX7" fmla="*/ 1702416 w 2705986"/>
                <a:gd name="connsiteY7" fmla="*/ 2073652 h 2118773"/>
                <a:gd name="connsiteX8" fmla="*/ 1827657 w 2705986"/>
                <a:gd name="connsiteY8" fmla="*/ 1690405 h 2118773"/>
                <a:gd name="connsiteX9" fmla="*/ 1982973 w 2705986"/>
                <a:gd name="connsiteY9" fmla="*/ 1162135 h 2118773"/>
                <a:gd name="connsiteX10" fmla="*/ 2190308 w 2705986"/>
                <a:gd name="connsiteY10" fmla="*/ 1045176 h 2118773"/>
                <a:gd name="connsiteX11" fmla="*/ 2705986 w 2705986"/>
                <a:gd name="connsiteY11" fmla="*/ 1039860 h 2118773"/>
                <a:gd name="connsiteX0" fmla="*/ 0 w 2705986"/>
                <a:gd name="connsiteY0" fmla="*/ 1582121 h 2106020"/>
                <a:gd name="connsiteX1" fmla="*/ 345559 w 2705986"/>
                <a:gd name="connsiteY1" fmla="*/ 1576804 h 2106020"/>
                <a:gd name="connsiteX2" fmla="*/ 552893 w 2705986"/>
                <a:gd name="connsiteY2" fmla="*/ 1183400 h 2106020"/>
                <a:gd name="connsiteX3" fmla="*/ 834657 w 2705986"/>
                <a:gd name="connsiteY3" fmla="*/ 152042 h 2106020"/>
                <a:gd name="connsiteX4" fmla="*/ 1069292 w 2705986"/>
                <a:gd name="connsiteY4" fmla="*/ 142762 h 2106020"/>
                <a:gd name="connsiteX5" fmla="*/ 1379456 w 2705986"/>
                <a:gd name="connsiteY5" fmla="*/ 1670905 h 2106020"/>
                <a:gd name="connsiteX6" fmla="*/ 1496811 w 2705986"/>
                <a:gd name="connsiteY6" fmla="*/ 2066406 h 2106020"/>
                <a:gd name="connsiteX7" fmla="*/ 1707145 w 2705986"/>
                <a:gd name="connsiteY7" fmla="*/ 2049589 h 2106020"/>
                <a:gd name="connsiteX8" fmla="*/ 1827657 w 2705986"/>
                <a:gd name="connsiteY8" fmla="*/ 1690405 h 2106020"/>
                <a:gd name="connsiteX9" fmla="*/ 1982973 w 2705986"/>
                <a:gd name="connsiteY9" fmla="*/ 1162135 h 2106020"/>
                <a:gd name="connsiteX10" fmla="*/ 2190308 w 2705986"/>
                <a:gd name="connsiteY10" fmla="*/ 1045176 h 2106020"/>
                <a:gd name="connsiteX11" fmla="*/ 2705986 w 2705986"/>
                <a:gd name="connsiteY11" fmla="*/ 1039860 h 2106020"/>
                <a:gd name="connsiteX0" fmla="*/ 0 w 2705986"/>
                <a:gd name="connsiteY0" fmla="*/ 1582121 h 2118773"/>
                <a:gd name="connsiteX1" fmla="*/ 345559 w 2705986"/>
                <a:gd name="connsiteY1" fmla="*/ 1576804 h 2118773"/>
                <a:gd name="connsiteX2" fmla="*/ 552893 w 2705986"/>
                <a:gd name="connsiteY2" fmla="*/ 1183400 h 2118773"/>
                <a:gd name="connsiteX3" fmla="*/ 834657 w 2705986"/>
                <a:gd name="connsiteY3" fmla="*/ 152042 h 2118773"/>
                <a:gd name="connsiteX4" fmla="*/ 1069292 w 2705986"/>
                <a:gd name="connsiteY4" fmla="*/ 142762 h 2118773"/>
                <a:gd name="connsiteX5" fmla="*/ 1379456 w 2705986"/>
                <a:gd name="connsiteY5" fmla="*/ 1670905 h 2118773"/>
                <a:gd name="connsiteX6" fmla="*/ 1496811 w 2705986"/>
                <a:gd name="connsiteY6" fmla="*/ 2066406 h 2118773"/>
                <a:gd name="connsiteX7" fmla="*/ 1707145 w 2705986"/>
                <a:gd name="connsiteY7" fmla="*/ 2073652 h 2118773"/>
                <a:gd name="connsiteX8" fmla="*/ 1827657 w 2705986"/>
                <a:gd name="connsiteY8" fmla="*/ 1690405 h 2118773"/>
                <a:gd name="connsiteX9" fmla="*/ 1982973 w 2705986"/>
                <a:gd name="connsiteY9" fmla="*/ 1162135 h 2118773"/>
                <a:gd name="connsiteX10" fmla="*/ 2190308 w 2705986"/>
                <a:gd name="connsiteY10" fmla="*/ 1045176 h 2118773"/>
                <a:gd name="connsiteX11" fmla="*/ 2705986 w 2705986"/>
                <a:gd name="connsiteY11" fmla="*/ 1039860 h 2118773"/>
                <a:gd name="connsiteX0" fmla="*/ 0 w 2705986"/>
                <a:gd name="connsiteY0" fmla="*/ 1593707 h 2130359"/>
                <a:gd name="connsiteX1" fmla="*/ 345559 w 2705986"/>
                <a:gd name="connsiteY1" fmla="*/ 1588390 h 2130359"/>
                <a:gd name="connsiteX2" fmla="*/ 552893 w 2705986"/>
                <a:gd name="connsiteY2" fmla="*/ 1194986 h 2130359"/>
                <a:gd name="connsiteX3" fmla="*/ 834657 w 2705986"/>
                <a:gd name="connsiteY3" fmla="*/ 163628 h 2130359"/>
                <a:gd name="connsiteX4" fmla="*/ 1088209 w 2705986"/>
                <a:gd name="connsiteY4" fmla="*/ 159161 h 2130359"/>
                <a:gd name="connsiteX5" fmla="*/ 1379456 w 2705986"/>
                <a:gd name="connsiteY5" fmla="*/ 1682491 h 2130359"/>
                <a:gd name="connsiteX6" fmla="*/ 1496811 w 2705986"/>
                <a:gd name="connsiteY6" fmla="*/ 2077992 h 2130359"/>
                <a:gd name="connsiteX7" fmla="*/ 1707145 w 2705986"/>
                <a:gd name="connsiteY7" fmla="*/ 2085238 h 2130359"/>
                <a:gd name="connsiteX8" fmla="*/ 1827657 w 2705986"/>
                <a:gd name="connsiteY8" fmla="*/ 1701991 h 2130359"/>
                <a:gd name="connsiteX9" fmla="*/ 1982973 w 2705986"/>
                <a:gd name="connsiteY9" fmla="*/ 1173721 h 2130359"/>
                <a:gd name="connsiteX10" fmla="*/ 2190308 w 2705986"/>
                <a:gd name="connsiteY10" fmla="*/ 1056762 h 2130359"/>
                <a:gd name="connsiteX11" fmla="*/ 2705986 w 2705986"/>
                <a:gd name="connsiteY11" fmla="*/ 1051446 h 2130359"/>
                <a:gd name="connsiteX0" fmla="*/ 0 w 2705986"/>
                <a:gd name="connsiteY0" fmla="*/ 1591357 h 2128009"/>
                <a:gd name="connsiteX1" fmla="*/ 345559 w 2705986"/>
                <a:gd name="connsiteY1" fmla="*/ 1586040 h 2128009"/>
                <a:gd name="connsiteX2" fmla="*/ 552893 w 2705986"/>
                <a:gd name="connsiteY2" fmla="*/ 1192636 h 2128009"/>
                <a:gd name="connsiteX3" fmla="*/ 811012 w 2705986"/>
                <a:gd name="connsiteY3" fmla="*/ 166091 h 2128009"/>
                <a:gd name="connsiteX4" fmla="*/ 1088209 w 2705986"/>
                <a:gd name="connsiteY4" fmla="*/ 156811 h 2128009"/>
                <a:gd name="connsiteX5" fmla="*/ 1379456 w 2705986"/>
                <a:gd name="connsiteY5" fmla="*/ 1680141 h 2128009"/>
                <a:gd name="connsiteX6" fmla="*/ 1496811 w 2705986"/>
                <a:gd name="connsiteY6" fmla="*/ 2075642 h 2128009"/>
                <a:gd name="connsiteX7" fmla="*/ 1707145 w 2705986"/>
                <a:gd name="connsiteY7" fmla="*/ 2082888 h 2128009"/>
                <a:gd name="connsiteX8" fmla="*/ 1827657 w 2705986"/>
                <a:gd name="connsiteY8" fmla="*/ 1699641 h 2128009"/>
                <a:gd name="connsiteX9" fmla="*/ 1982973 w 2705986"/>
                <a:gd name="connsiteY9" fmla="*/ 1171371 h 2128009"/>
                <a:gd name="connsiteX10" fmla="*/ 2190308 w 2705986"/>
                <a:gd name="connsiteY10" fmla="*/ 1054412 h 2128009"/>
                <a:gd name="connsiteX11" fmla="*/ 2705986 w 2705986"/>
                <a:gd name="connsiteY11" fmla="*/ 1049096 h 2128009"/>
                <a:gd name="connsiteX0" fmla="*/ 0 w 2705986"/>
                <a:gd name="connsiteY0" fmla="*/ 1593707 h 2130359"/>
                <a:gd name="connsiteX1" fmla="*/ 345559 w 2705986"/>
                <a:gd name="connsiteY1" fmla="*/ 1588390 h 2130359"/>
                <a:gd name="connsiteX2" fmla="*/ 552893 w 2705986"/>
                <a:gd name="connsiteY2" fmla="*/ 1194986 h 2130359"/>
                <a:gd name="connsiteX3" fmla="*/ 782638 w 2705986"/>
                <a:gd name="connsiteY3" fmla="*/ 163628 h 2130359"/>
                <a:gd name="connsiteX4" fmla="*/ 1088209 w 2705986"/>
                <a:gd name="connsiteY4" fmla="*/ 159161 h 2130359"/>
                <a:gd name="connsiteX5" fmla="*/ 1379456 w 2705986"/>
                <a:gd name="connsiteY5" fmla="*/ 1682491 h 2130359"/>
                <a:gd name="connsiteX6" fmla="*/ 1496811 w 2705986"/>
                <a:gd name="connsiteY6" fmla="*/ 2077992 h 2130359"/>
                <a:gd name="connsiteX7" fmla="*/ 1707145 w 2705986"/>
                <a:gd name="connsiteY7" fmla="*/ 2085238 h 2130359"/>
                <a:gd name="connsiteX8" fmla="*/ 1827657 w 2705986"/>
                <a:gd name="connsiteY8" fmla="*/ 1701991 h 2130359"/>
                <a:gd name="connsiteX9" fmla="*/ 1982973 w 2705986"/>
                <a:gd name="connsiteY9" fmla="*/ 1173721 h 2130359"/>
                <a:gd name="connsiteX10" fmla="*/ 2190308 w 2705986"/>
                <a:gd name="connsiteY10" fmla="*/ 1056762 h 2130359"/>
                <a:gd name="connsiteX11" fmla="*/ 2705986 w 2705986"/>
                <a:gd name="connsiteY11" fmla="*/ 1051446 h 2130359"/>
                <a:gd name="connsiteX0" fmla="*/ 0 w 2705986"/>
                <a:gd name="connsiteY0" fmla="*/ 1590683 h 2127335"/>
                <a:gd name="connsiteX1" fmla="*/ 345559 w 2705986"/>
                <a:gd name="connsiteY1" fmla="*/ 1585366 h 2127335"/>
                <a:gd name="connsiteX2" fmla="*/ 552893 w 2705986"/>
                <a:gd name="connsiteY2" fmla="*/ 1191962 h 2127335"/>
                <a:gd name="connsiteX3" fmla="*/ 782638 w 2705986"/>
                <a:gd name="connsiteY3" fmla="*/ 160604 h 2127335"/>
                <a:gd name="connsiteX4" fmla="*/ 1111854 w 2705986"/>
                <a:gd name="connsiteY4" fmla="*/ 160949 h 2127335"/>
                <a:gd name="connsiteX5" fmla="*/ 1379456 w 2705986"/>
                <a:gd name="connsiteY5" fmla="*/ 1679467 h 2127335"/>
                <a:gd name="connsiteX6" fmla="*/ 1496811 w 2705986"/>
                <a:gd name="connsiteY6" fmla="*/ 2074968 h 2127335"/>
                <a:gd name="connsiteX7" fmla="*/ 1707145 w 2705986"/>
                <a:gd name="connsiteY7" fmla="*/ 2082214 h 2127335"/>
                <a:gd name="connsiteX8" fmla="*/ 1827657 w 2705986"/>
                <a:gd name="connsiteY8" fmla="*/ 1698967 h 2127335"/>
                <a:gd name="connsiteX9" fmla="*/ 1982973 w 2705986"/>
                <a:gd name="connsiteY9" fmla="*/ 1170697 h 2127335"/>
                <a:gd name="connsiteX10" fmla="*/ 2190308 w 2705986"/>
                <a:gd name="connsiteY10" fmla="*/ 1053738 h 2127335"/>
                <a:gd name="connsiteX11" fmla="*/ 2705986 w 2705986"/>
                <a:gd name="connsiteY11" fmla="*/ 1048422 h 2127335"/>
                <a:gd name="connsiteX0" fmla="*/ 0 w 2705986"/>
                <a:gd name="connsiteY0" fmla="*/ 1593098 h 2129750"/>
                <a:gd name="connsiteX1" fmla="*/ 345559 w 2705986"/>
                <a:gd name="connsiteY1" fmla="*/ 1587781 h 2129750"/>
                <a:gd name="connsiteX2" fmla="*/ 552893 w 2705986"/>
                <a:gd name="connsiteY2" fmla="*/ 1194377 h 2129750"/>
                <a:gd name="connsiteX3" fmla="*/ 754264 w 2705986"/>
                <a:gd name="connsiteY3" fmla="*/ 158206 h 2129750"/>
                <a:gd name="connsiteX4" fmla="*/ 1111854 w 2705986"/>
                <a:gd name="connsiteY4" fmla="*/ 163364 h 2129750"/>
                <a:gd name="connsiteX5" fmla="*/ 1379456 w 2705986"/>
                <a:gd name="connsiteY5" fmla="*/ 1681882 h 2129750"/>
                <a:gd name="connsiteX6" fmla="*/ 1496811 w 2705986"/>
                <a:gd name="connsiteY6" fmla="*/ 2077383 h 2129750"/>
                <a:gd name="connsiteX7" fmla="*/ 1707145 w 2705986"/>
                <a:gd name="connsiteY7" fmla="*/ 2084629 h 2129750"/>
                <a:gd name="connsiteX8" fmla="*/ 1827657 w 2705986"/>
                <a:gd name="connsiteY8" fmla="*/ 1701382 h 2129750"/>
                <a:gd name="connsiteX9" fmla="*/ 1982973 w 2705986"/>
                <a:gd name="connsiteY9" fmla="*/ 1173112 h 2129750"/>
                <a:gd name="connsiteX10" fmla="*/ 2190308 w 2705986"/>
                <a:gd name="connsiteY10" fmla="*/ 1056153 h 2129750"/>
                <a:gd name="connsiteX11" fmla="*/ 2705986 w 2705986"/>
                <a:gd name="connsiteY11" fmla="*/ 1050837 h 2129750"/>
                <a:gd name="connsiteX0" fmla="*/ 0 w 2705986"/>
                <a:gd name="connsiteY0" fmla="*/ 1572218 h 2108870"/>
                <a:gd name="connsiteX1" fmla="*/ 345559 w 2705986"/>
                <a:gd name="connsiteY1" fmla="*/ 1566901 h 2108870"/>
                <a:gd name="connsiteX2" fmla="*/ 552893 w 2705986"/>
                <a:gd name="connsiteY2" fmla="*/ 1173497 h 2108870"/>
                <a:gd name="connsiteX3" fmla="*/ 754264 w 2705986"/>
                <a:gd name="connsiteY3" fmla="*/ 137326 h 2108870"/>
                <a:gd name="connsiteX4" fmla="*/ 1111854 w 2705986"/>
                <a:gd name="connsiteY4" fmla="*/ 142484 h 2108870"/>
                <a:gd name="connsiteX5" fmla="*/ 1379456 w 2705986"/>
                <a:gd name="connsiteY5" fmla="*/ 1661002 h 2108870"/>
                <a:gd name="connsiteX6" fmla="*/ 1496811 w 2705986"/>
                <a:gd name="connsiteY6" fmla="*/ 2056503 h 2108870"/>
                <a:gd name="connsiteX7" fmla="*/ 1707145 w 2705986"/>
                <a:gd name="connsiteY7" fmla="*/ 2063749 h 2108870"/>
                <a:gd name="connsiteX8" fmla="*/ 1827657 w 2705986"/>
                <a:gd name="connsiteY8" fmla="*/ 1680502 h 2108870"/>
                <a:gd name="connsiteX9" fmla="*/ 1982973 w 2705986"/>
                <a:gd name="connsiteY9" fmla="*/ 1152232 h 2108870"/>
                <a:gd name="connsiteX10" fmla="*/ 2190308 w 2705986"/>
                <a:gd name="connsiteY10" fmla="*/ 1035273 h 2108870"/>
                <a:gd name="connsiteX11" fmla="*/ 2705986 w 2705986"/>
                <a:gd name="connsiteY11" fmla="*/ 1029957 h 2108870"/>
                <a:gd name="connsiteX0" fmla="*/ 0 w 2705986"/>
                <a:gd name="connsiteY0" fmla="*/ 1559557 h 2096209"/>
                <a:gd name="connsiteX1" fmla="*/ 345559 w 2705986"/>
                <a:gd name="connsiteY1" fmla="*/ 1554240 h 2096209"/>
                <a:gd name="connsiteX2" fmla="*/ 552893 w 2705986"/>
                <a:gd name="connsiteY2" fmla="*/ 1160836 h 2096209"/>
                <a:gd name="connsiteX3" fmla="*/ 754264 w 2705986"/>
                <a:gd name="connsiteY3" fmla="*/ 124665 h 2096209"/>
                <a:gd name="connsiteX4" fmla="*/ 1111854 w 2705986"/>
                <a:gd name="connsiteY4" fmla="*/ 129823 h 2096209"/>
                <a:gd name="connsiteX5" fmla="*/ 1379456 w 2705986"/>
                <a:gd name="connsiteY5" fmla="*/ 1648341 h 2096209"/>
                <a:gd name="connsiteX6" fmla="*/ 1496811 w 2705986"/>
                <a:gd name="connsiteY6" fmla="*/ 2043842 h 2096209"/>
                <a:gd name="connsiteX7" fmla="*/ 1707145 w 2705986"/>
                <a:gd name="connsiteY7" fmla="*/ 2051088 h 2096209"/>
                <a:gd name="connsiteX8" fmla="*/ 1827657 w 2705986"/>
                <a:gd name="connsiteY8" fmla="*/ 1667841 h 2096209"/>
                <a:gd name="connsiteX9" fmla="*/ 1982973 w 2705986"/>
                <a:gd name="connsiteY9" fmla="*/ 1139571 h 2096209"/>
                <a:gd name="connsiteX10" fmla="*/ 2190308 w 2705986"/>
                <a:gd name="connsiteY10" fmla="*/ 1022612 h 2096209"/>
                <a:gd name="connsiteX11" fmla="*/ 2705986 w 2705986"/>
                <a:gd name="connsiteY11" fmla="*/ 1017296 h 2096209"/>
                <a:gd name="connsiteX0" fmla="*/ 0 w 2705986"/>
                <a:gd name="connsiteY0" fmla="*/ 1551848 h 2088500"/>
                <a:gd name="connsiteX1" fmla="*/ 345559 w 2705986"/>
                <a:gd name="connsiteY1" fmla="*/ 1546531 h 2088500"/>
                <a:gd name="connsiteX2" fmla="*/ 552893 w 2705986"/>
                <a:gd name="connsiteY2" fmla="*/ 1153127 h 2088500"/>
                <a:gd name="connsiteX3" fmla="*/ 754264 w 2705986"/>
                <a:gd name="connsiteY3" fmla="*/ 116956 h 2088500"/>
                <a:gd name="connsiteX4" fmla="*/ 1064564 w 2705986"/>
                <a:gd name="connsiteY4" fmla="*/ 136552 h 2088500"/>
                <a:gd name="connsiteX5" fmla="*/ 1379456 w 2705986"/>
                <a:gd name="connsiteY5" fmla="*/ 1640632 h 2088500"/>
                <a:gd name="connsiteX6" fmla="*/ 1496811 w 2705986"/>
                <a:gd name="connsiteY6" fmla="*/ 2036133 h 2088500"/>
                <a:gd name="connsiteX7" fmla="*/ 1707145 w 2705986"/>
                <a:gd name="connsiteY7" fmla="*/ 2043379 h 2088500"/>
                <a:gd name="connsiteX8" fmla="*/ 1827657 w 2705986"/>
                <a:gd name="connsiteY8" fmla="*/ 1660132 h 2088500"/>
                <a:gd name="connsiteX9" fmla="*/ 1982973 w 2705986"/>
                <a:gd name="connsiteY9" fmla="*/ 1131862 h 2088500"/>
                <a:gd name="connsiteX10" fmla="*/ 2190308 w 2705986"/>
                <a:gd name="connsiteY10" fmla="*/ 1014903 h 2088500"/>
                <a:gd name="connsiteX11" fmla="*/ 2705986 w 2705986"/>
                <a:gd name="connsiteY11" fmla="*/ 1009587 h 2088500"/>
                <a:gd name="connsiteX0" fmla="*/ 0 w 2705986"/>
                <a:gd name="connsiteY0" fmla="*/ 1551429 h 2088081"/>
                <a:gd name="connsiteX1" fmla="*/ 345559 w 2705986"/>
                <a:gd name="connsiteY1" fmla="*/ 1546112 h 2088081"/>
                <a:gd name="connsiteX2" fmla="*/ 521694 w 2705986"/>
                <a:gd name="connsiteY2" fmla="*/ 1146358 h 2088081"/>
                <a:gd name="connsiteX3" fmla="*/ 754264 w 2705986"/>
                <a:gd name="connsiteY3" fmla="*/ 116537 h 2088081"/>
                <a:gd name="connsiteX4" fmla="*/ 1064564 w 2705986"/>
                <a:gd name="connsiteY4" fmla="*/ 136133 h 2088081"/>
                <a:gd name="connsiteX5" fmla="*/ 1379456 w 2705986"/>
                <a:gd name="connsiteY5" fmla="*/ 1640213 h 2088081"/>
                <a:gd name="connsiteX6" fmla="*/ 1496811 w 2705986"/>
                <a:gd name="connsiteY6" fmla="*/ 2035714 h 2088081"/>
                <a:gd name="connsiteX7" fmla="*/ 1707145 w 2705986"/>
                <a:gd name="connsiteY7" fmla="*/ 2042960 h 2088081"/>
                <a:gd name="connsiteX8" fmla="*/ 1827657 w 2705986"/>
                <a:gd name="connsiteY8" fmla="*/ 1659713 h 2088081"/>
                <a:gd name="connsiteX9" fmla="*/ 1982973 w 2705986"/>
                <a:gd name="connsiteY9" fmla="*/ 1131443 h 2088081"/>
                <a:gd name="connsiteX10" fmla="*/ 2190308 w 2705986"/>
                <a:gd name="connsiteY10" fmla="*/ 1014484 h 2088081"/>
                <a:gd name="connsiteX11" fmla="*/ 2705986 w 2705986"/>
                <a:gd name="connsiteY11" fmla="*/ 1009168 h 2088081"/>
                <a:gd name="connsiteX0" fmla="*/ 0 w 2705986"/>
                <a:gd name="connsiteY0" fmla="*/ 1551429 h 2088081"/>
                <a:gd name="connsiteX1" fmla="*/ 345559 w 2705986"/>
                <a:gd name="connsiteY1" fmla="*/ 1514362 h 2088081"/>
                <a:gd name="connsiteX2" fmla="*/ 521694 w 2705986"/>
                <a:gd name="connsiteY2" fmla="*/ 1146358 h 2088081"/>
                <a:gd name="connsiteX3" fmla="*/ 754264 w 2705986"/>
                <a:gd name="connsiteY3" fmla="*/ 116537 h 2088081"/>
                <a:gd name="connsiteX4" fmla="*/ 1064564 w 2705986"/>
                <a:gd name="connsiteY4" fmla="*/ 136133 h 2088081"/>
                <a:gd name="connsiteX5" fmla="*/ 1379456 w 2705986"/>
                <a:gd name="connsiteY5" fmla="*/ 1640213 h 2088081"/>
                <a:gd name="connsiteX6" fmla="*/ 1496811 w 2705986"/>
                <a:gd name="connsiteY6" fmla="*/ 2035714 h 2088081"/>
                <a:gd name="connsiteX7" fmla="*/ 1707145 w 2705986"/>
                <a:gd name="connsiteY7" fmla="*/ 2042960 h 2088081"/>
                <a:gd name="connsiteX8" fmla="*/ 1827657 w 2705986"/>
                <a:gd name="connsiteY8" fmla="*/ 1659713 h 2088081"/>
                <a:gd name="connsiteX9" fmla="*/ 1982973 w 2705986"/>
                <a:gd name="connsiteY9" fmla="*/ 1131443 h 2088081"/>
                <a:gd name="connsiteX10" fmla="*/ 2190308 w 2705986"/>
                <a:gd name="connsiteY10" fmla="*/ 1014484 h 2088081"/>
                <a:gd name="connsiteX11" fmla="*/ 2705986 w 2705986"/>
                <a:gd name="connsiteY11" fmla="*/ 1009168 h 2088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05986" h="2088081">
                  <a:moveTo>
                    <a:pt x="0" y="1551429"/>
                  </a:moveTo>
                  <a:cubicBezTo>
                    <a:pt x="115186" y="1549657"/>
                    <a:pt x="258610" y="1581874"/>
                    <a:pt x="345559" y="1514362"/>
                  </a:cubicBezTo>
                  <a:cubicBezTo>
                    <a:pt x="432508" y="1446850"/>
                    <a:pt x="453577" y="1379329"/>
                    <a:pt x="521694" y="1146358"/>
                  </a:cubicBezTo>
                  <a:cubicBezTo>
                    <a:pt x="589811" y="913387"/>
                    <a:pt x="663786" y="284908"/>
                    <a:pt x="754264" y="116537"/>
                  </a:cubicBezTo>
                  <a:cubicBezTo>
                    <a:pt x="844742" y="-51834"/>
                    <a:pt x="1002925" y="-31185"/>
                    <a:pt x="1064564" y="136133"/>
                  </a:cubicBezTo>
                  <a:cubicBezTo>
                    <a:pt x="1126203" y="303451"/>
                    <a:pt x="1307415" y="1323616"/>
                    <a:pt x="1379456" y="1640213"/>
                  </a:cubicBezTo>
                  <a:cubicBezTo>
                    <a:pt x="1451497" y="1956810"/>
                    <a:pt x="1442196" y="1968590"/>
                    <a:pt x="1496811" y="2035714"/>
                  </a:cubicBezTo>
                  <a:cubicBezTo>
                    <a:pt x="1551426" y="2102838"/>
                    <a:pt x="1652004" y="2105627"/>
                    <a:pt x="1707145" y="2042960"/>
                  </a:cubicBezTo>
                  <a:cubicBezTo>
                    <a:pt x="1762286" y="1980293"/>
                    <a:pt x="1781686" y="1811632"/>
                    <a:pt x="1827657" y="1659713"/>
                  </a:cubicBezTo>
                  <a:cubicBezTo>
                    <a:pt x="1873628" y="1507794"/>
                    <a:pt x="1922531" y="1238981"/>
                    <a:pt x="1982973" y="1131443"/>
                  </a:cubicBezTo>
                  <a:cubicBezTo>
                    <a:pt x="2043415" y="1023905"/>
                    <a:pt x="2069806" y="1034863"/>
                    <a:pt x="2190308" y="1014484"/>
                  </a:cubicBezTo>
                  <a:cubicBezTo>
                    <a:pt x="2310810" y="994105"/>
                    <a:pt x="2476500" y="1007838"/>
                    <a:pt x="2705986" y="1009168"/>
                  </a:cubicBezTo>
                </a:path>
              </a:pathLst>
            </a:custGeom>
            <a:ln w="190500" cap="flat">
              <a:solidFill>
                <a:srgbClr val="0D356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</p:grpSp>
    </p:spTree>
    <p:extLst>
      <p:ext uri="{BB962C8B-B14F-4D97-AF65-F5344CB8AC3E}">
        <p14:creationId xmlns:p14="http://schemas.microsoft.com/office/powerpoint/2010/main" val="2041743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C247101F-0F94-7513-61BC-A9BB2D754021}"/>
              </a:ext>
            </a:extLst>
          </p:cNvPr>
          <p:cNvSpPr/>
          <p:nvPr/>
        </p:nvSpPr>
        <p:spPr>
          <a:xfrm>
            <a:off x="159488" y="116958"/>
            <a:ext cx="11855303" cy="65921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04A685E-7996-86BB-F280-3733E4C52223}"/>
              </a:ext>
            </a:extLst>
          </p:cNvPr>
          <p:cNvGrpSpPr/>
          <p:nvPr/>
        </p:nvGrpSpPr>
        <p:grpSpPr>
          <a:xfrm>
            <a:off x="1292606" y="2040587"/>
            <a:ext cx="9606789" cy="2776826"/>
            <a:chOff x="855920" y="1829931"/>
            <a:chExt cx="9606789" cy="277682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D66E23B-3C6F-0EA2-9FF3-6AA87A34F3D3}"/>
                </a:ext>
              </a:extLst>
            </p:cNvPr>
            <p:cNvSpPr txBox="1"/>
            <p:nvPr/>
          </p:nvSpPr>
          <p:spPr>
            <a:xfrm>
              <a:off x="6117032" y="3617488"/>
              <a:ext cx="41801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2800" b="1" dirty="0">
                  <a:solidFill>
                    <a:schemeClr val="bg1"/>
                  </a:solidFill>
                </a:rPr>
                <a:t>Integrated Information &amp;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0AC8C01-8A33-8277-9DB8-29DB42928EA7}"/>
                </a:ext>
              </a:extLst>
            </p:cNvPr>
            <p:cNvSpPr txBox="1"/>
            <p:nvPr/>
          </p:nvSpPr>
          <p:spPr>
            <a:xfrm>
              <a:off x="6117032" y="1829931"/>
              <a:ext cx="4345677" cy="20928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12500" b="1" dirty="0">
                  <a:solidFill>
                    <a:schemeClr val="bg1"/>
                  </a:solidFill>
                </a:rPr>
                <a:t>4ILab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267E5F3-7729-0CF4-B03E-F78C803BF87D}"/>
                </a:ext>
              </a:extLst>
            </p:cNvPr>
            <p:cNvSpPr txBox="1"/>
            <p:nvPr/>
          </p:nvSpPr>
          <p:spPr>
            <a:xfrm>
              <a:off x="6117032" y="4055576"/>
              <a:ext cx="42634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KR" sz="2800" b="1" dirty="0">
                  <a:solidFill>
                    <a:schemeClr val="bg1"/>
                  </a:solidFill>
                </a:rPr>
                <a:t>Intelligence Imaging Lab.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B6F7802-E2C0-310C-C19B-8C24F42F349C}"/>
                </a:ext>
              </a:extLst>
            </p:cNvPr>
            <p:cNvGrpSpPr/>
            <p:nvPr/>
          </p:nvGrpSpPr>
          <p:grpSpPr>
            <a:xfrm>
              <a:off x="3569009" y="2253351"/>
              <a:ext cx="2250351" cy="2353406"/>
              <a:chOff x="2628366" y="998876"/>
              <a:chExt cx="2250351" cy="2353406"/>
            </a:xfrm>
            <a:solidFill>
              <a:schemeClr val="bg1"/>
            </a:solidFill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61675E47-9F43-A543-ADEB-4ECFC8E0D0D5}"/>
                  </a:ext>
                </a:extLst>
              </p:cNvPr>
              <p:cNvGrpSpPr/>
              <p:nvPr/>
            </p:nvGrpSpPr>
            <p:grpSpPr>
              <a:xfrm>
                <a:off x="2628366" y="998876"/>
                <a:ext cx="2250351" cy="2353406"/>
                <a:chOff x="3570673" y="3065362"/>
                <a:chExt cx="2250351" cy="2353406"/>
              </a:xfrm>
              <a:grpFill/>
            </p:grpSpPr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36AE4A3A-3615-38F6-697C-A04FE23C2C4A}"/>
                    </a:ext>
                  </a:extLst>
                </p:cNvPr>
                <p:cNvSpPr/>
                <p:nvPr/>
              </p:nvSpPr>
              <p:spPr>
                <a:xfrm>
                  <a:off x="4500583" y="3065362"/>
                  <a:ext cx="432848" cy="432848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55CD4965-7A30-0E1C-EFBB-C5FDCECA4817}"/>
                    </a:ext>
                  </a:extLst>
                </p:cNvPr>
                <p:cNvSpPr/>
                <p:nvPr/>
              </p:nvSpPr>
              <p:spPr>
                <a:xfrm>
                  <a:off x="4500583" y="4154857"/>
                  <a:ext cx="432848" cy="432848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31F678AD-F592-E8B4-ACE1-5E2A50860531}"/>
                    </a:ext>
                  </a:extLst>
                </p:cNvPr>
                <p:cNvSpPr/>
                <p:nvPr/>
              </p:nvSpPr>
              <p:spPr>
                <a:xfrm>
                  <a:off x="4500583" y="4985920"/>
                  <a:ext cx="432848" cy="432848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AADF78D4-A022-97B6-15D6-5198097C8DEA}"/>
                    </a:ext>
                  </a:extLst>
                </p:cNvPr>
                <p:cNvSpPr/>
                <p:nvPr/>
              </p:nvSpPr>
              <p:spPr>
                <a:xfrm>
                  <a:off x="5388176" y="3617351"/>
                  <a:ext cx="432848" cy="432848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C4279DD0-2132-0B12-4E9E-8FE79AC58CE8}"/>
                    </a:ext>
                  </a:extLst>
                </p:cNvPr>
                <p:cNvSpPr/>
                <p:nvPr/>
              </p:nvSpPr>
              <p:spPr>
                <a:xfrm>
                  <a:off x="5388176" y="4640881"/>
                  <a:ext cx="432848" cy="432848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C45708D7-8195-9893-F769-903B451C23A2}"/>
                    </a:ext>
                  </a:extLst>
                </p:cNvPr>
                <p:cNvSpPr/>
                <p:nvPr/>
              </p:nvSpPr>
              <p:spPr>
                <a:xfrm>
                  <a:off x="3570673" y="3857869"/>
                  <a:ext cx="432848" cy="432848"/>
                </a:xfrm>
                <a:prstGeom prst="ellips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KR"/>
                </a:p>
              </p:txBody>
            </p: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C5F387AA-CDA0-C41C-343C-F8271EB52825}"/>
                    </a:ext>
                  </a:extLst>
                </p:cNvPr>
                <p:cNvCxnSpPr>
                  <a:cxnSpLocks/>
                  <a:stCxn id="26" idx="7"/>
                </p:cNvCxnSpPr>
                <p:nvPr/>
              </p:nvCxnSpPr>
              <p:spPr>
                <a:xfrm flipV="1">
                  <a:off x="3940132" y="3383558"/>
                  <a:ext cx="617830" cy="537700"/>
                </a:xfrm>
                <a:prstGeom prst="line">
                  <a:avLst/>
                </a:prstGeom>
                <a:grpFill/>
                <a:ln w="114300" cap="rnd">
                  <a:solidFill>
                    <a:schemeClr val="bg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0E001FC3-BCEF-DF16-43C8-7186217B7523}"/>
                  </a:ext>
                </a:extLst>
              </p:cNvPr>
              <p:cNvCxnSpPr>
                <a:cxnSpLocks/>
                <a:stCxn id="22" idx="0"/>
                <a:endCxn id="21" idx="4"/>
              </p:cNvCxnSpPr>
              <p:nvPr/>
            </p:nvCxnSpPr>
            <p:spPr>
              <a:xfrm flipV="1">
                <a:off x="3774700" y="1431724"/>
                <a:ext cx="0" cy="656647"/>
              </a:xfrm>
              <a:prstGeom prst="line">
                <a:avLst/>
              </a:prstGeom>
              <a:grpFill/>
              <a:ln w="114300" cap="rnd">
                <a:solidFill>
                  <a:schemeClr val="bg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5FBE747C-61C8-7240-35CC-66DA56EFED6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892492" y="1291905"/>
                <a:ext cx="696286" cy="419449"/>
              </a:xfrm>
              <a:prstGeom prst="line">
                <a:avLst/>
              </a:prstGeom>
              <a:grpFill/>
              <a:ln w="114300" cap="rnd">
                <a:solidFill>
                  <a:schemeClr val="bg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E0DED183-4DA2-4232-9783-D3980D3F2FB5}"/>
                  </a:ext>
                </a:extLst>
              </p:cNvPr>
              <p:cNvCxnSpPr>
                <a:cxnSpLocks/>
                <a:stCxn id="24" idx="4"/>
                <a:endCxn id="25" idx="0"/>
              </p:cNvCxnSpPr>
              <p:nvPr/>
            </p:nvCxnSpPr>
            <p:spPr>
              <a:xfrm>
                <a:off x="4662293" y="1983713"/>
                <a:ext cx="0" cy="590682"/>
              </a:xfrm>
              <a:prstGeom prst="line">
                <a:avLst/>
              </a:prstGeom>
              <a:grpFill/>
              <a:ln w="114300" cap="rnd">
                <a:solidFill>
                  <a:schemeClr val="bg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0F3484D-80F1-D6A1-D08C-636D3E4DF0DD}"/>
                  </a:ext>
                </a:extLst>
              </p:cNvPr>
              <p:cNvCxnSpPr>
                <a:cxnSpLocks/>
                <a:endCxn id="23" idx="1"/>
              </p:cNvCxnSpPr>
              <p:nvPr/>
            </p:nvCxnSpPr>
            <p:spPr>
              <a:xfrm>
                <a:off x="2936147" y="2130804"/>
                <a:ext cx="685518" cy="852019"/>
              </a:xfrm>
              <a:prstGeom prst="line">
                <a:avLst/>
              </a:prstGeom>
              <a:grpFill/>
              <a:ln w="114300" cap="rnd">
                <a:solidFill>
                  <a:schemeClr val="bg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780B830F-A942-01EA-1DA5-5DB255A6F29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003259" y="2046914"/>
                <a:ext cx="696286" cy="234892"/>
              </a:xfrm>
              <a:prstGeom prst="line">
                <a:avLst/>
              </a:prstGeom>
              <a:grpFill/>
              <a:ln w="114300" cap="rnd">
                <a:solidFill>
                  <a:schemeClr val="bg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AD74A033-D234-585A-C626-D1A6B398675E}"/>
                  </a:ext>
                </a:extLst>
              </p:cNvPr>
              <p:cNvCxnSpPr>
                <a:cxnSpLocks/>
                <a:stCxn id="22" idx="4"/>
                <a:endCxn id="23" idx="0"/>
              </p:cNvCxnSpPr>
              <p:nvPr/>
            </p:nvCxnSpPr>
            <p:spPr>
              <a:xfrm>
                <a:off x="3774700" y="2521219"/>
                <a:ext cx="0" cy="398215"/>
              </a:xfrm>
              <a:prstGeom prst="line">
                <a:avLst/>
              </a:prstGeom>
              <a:grpFill/>
              <a:ln w="114300" cap="rnd">
                <a:solidFill>
                  <a:schemeClr val="bg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8D03F66E-7236-9F93-7514-7FDA3FEFCC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92492" y="2843868"/>
                <a:ext cx="662730" cy="251670"/>
              </a:xfrm>
              <a:prstGeom prst="line">
                <a:avLst/>
              </a:prstGeom>
              <a:grpFill/>
              <a:ln w="114300" cap="rnd">
                <a:solidFill>
                  <a:schemeClr val="bg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5252F9F-0C1E-4461-133D-B3BD941758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869211" y="2308915"/>
                <a:ext cx="696286" cy="419449"/>
              </a:xfrm>
              <a:prstGeom prst="line">
                <a:avLst/>
              </a:prstGeom>
              <a:grpFill/>
              <a:ln w="114300" cap="rnd">
                <a:solidFill>
                  <a:schemeClr val="bg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E7E440BB-7F37-C599-C257-041EFBFDD65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885644" y="1828800"/>
                <a:ext cx="644411" cy="387107"/>
              </a:xfrm>
              <a:prstGeom prst="line">
                <a:avLst/>
              </a:prstGeom>
              <a:grpFill/>
              <a:ln w="114300" cap="rnd">
                <a:solidFill>
                  <a:schemeClr val="bg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B2F3B46D-DC04-E692-5C1A-EEE8D9E21C59}"/>
                </a:ext>
              </a:extLst>
            </p:cNvPr>
            <p:cNvSpPr/>
            <p:nvPr/>
          </p:nvSpPr>
          <p:spPr>
            <a:xfrm>
              <a:off x="855920" y="2258954"/>
              <a:ext cx="2753834" cy="2088081"/>
            </a:xfrm>
            <a:custGeom>
              <a:avLst/>
              <a:gdLst>
                <a:gd name="connsiteX0" fmla="*/ 0 w 2716619"/>
                <a:gd name="connsiteY0" fmla="*/ 1607412 h 2116594"/>
                <a:gd name="connsiteX1" fmla="*/ 324293 w 2716619"/>
                <a:gd name="connsiteY1" fmla="*/ 1596780 h 2116594"/>
                <a:gd name="connsiteX2" fmla="*/ 510363 w 2716619"/>
                <a:gd name="connsiteY2" fmla="*/ 1400077 h 2116594"/>
                <a:gd name="connsiteX3" fmla="*/ 845289 w 2716619"/>
                <a:gd name="connsiteY3" fmla="*/ 177333 h 2116594"/>
                <a:gd name="connsiteX4" fmla="*/ 1100470 w 2716619"/>
                <a:gd name="connsiteY4" fmla="*/ 166701 h 2116594"/>
                <a:gd name="connsiteX5" fmla="*/ 1382233 w 2716619"/>
                <a:gd name="connsiteY5" fmla="*/ 1681840 h 2116594"/>
                <a:gd name="connsiteX6" fmla="*/ 1509823 w 2716619"/>
                <a:gd name="connsiteY6" fmla="*/ 2048663 h 2116594"/>
                <a:gd name="connsiteX7" fmla="*/ 1674628 w 2716619"/>
                <a:gd name="connsiteY7" fmla="*/ 2101826 h 2116594"/>
                <a:gd name="connsiteX8" fmla="*/ 1812851 w 2716619"/>
                <a:gd name="connsiteY8" fmla="*/ 1873226 h 2116594"/>
                <a:gd name="connsiteX9" fmla="*/ 1897912 w 2716619"/>
                <a:gd name="connsiteY9" fmla="*/ 1474505 h 2116594"/>
                <a:gd name="connsiteX10" fmla="*/ 1993605 w 2716619"/>
                <a:gd name="connsiteY10" fmla="*/ 1182110 h 2116594"/>
                <a:gd name="connsiteX11" fmla="*/ 2126512 w 2716619"/>
                <a:gd name="connsiteY11" fmla="*/ 1075784 h 2116594"/>
                <a:gd name="connsiteX12" fmla="*/ 2716619 w 2716619"/>
                <a:gd name="connsiteY12" fmla="*/ 1070468 h 2116594"/>
                <a:gd name="connsiteX0" fmla="*/ 0 w 2716619"/>
                <a:gd name="connsiteY0" fmla="*/ 1607412 h 2116594"/>
                <a:gd name="connsiteX1" fmla="*/ 318977 w 2716619"/>
                <a:gd name="connsiteY1" fmla="*/ 1586147 h 2116594"/>
                <a:gd name="connsiteX2" fmla="*/ 510363 w 2716619"/>
                <a:gd name="connsiteY2" fmla="*/ 1400077 h 2116594"/>
                <a:gd name="connsiteX3" fmla="*/ 845289 w 2716619"/>
                <a:gd name="connsiteY3" fmla="*/ 177333 h 2116594"/>
                <a:gd name="connsiteX4" fmla="*/ 1100470 w 2716619"/>
                <a:gd name="connsiteY4" fmla="*/ 166701 h 2116594"/>
                <a:gd name="connsiteX5" fmla="*/ 1382233 w 2716619"/>
                <a:gd name="connsiteY5" fmla="*/ 1681840 h 2116594"/>
                <a:gd name="connsiteX6" fmla="*/ 1509823 w 2716619"/>
                <a:gd name="connsiteY6" fmla="*/ 2048663 h 2116594"/>
                <a:gd name="connsiteX7" fmla="*/ 1674628 w 2716619"/>
                <a:gd name="connsiteY7" fmla="*/ 2101826 h 2116594"/>
                <a:gd name="connsiteX8" fmla="*/ 1812851 w 2716619"/>
                <a:gd name="connsiteY8" fmla="*/ 1873226 h 2116594"/>
                <a:gd name="connsiteX9" fmla="*/ 1897912 w 2716619"/>
                <a:gd name="connsiteY9" fmla="*/ 1474505 h 2116594"/>
                <a:gd name="connsiteX10" fmla="*/ 1993605 w 2716619"/>
                <a:gd name="connsiteY10" fmla="*/ 1182110 h 2116594"/>
                <a:gd name="connsiteX11" fmla="*/ 2126512 w 2716619"/>
                <a:gd name="connsiteY11" fmla="*/ 1075784 h 2116594"/>
                <a:gd name="connsiteX12" fmla="*/ 2716619 w 2716619"/>
                <a:gd name="connsiteY12" fmla="*/ 1070468 h 2116594"/>
                <a:gd name="connsiteX0" fmla="*/ 0 w 2716619"/>
                <a:gd name="connsiteY0" fmla="*/ 1596641 h 2105823"/>
                <a:gd name="connsiteX1" fmla="*/ 318977 w 2716619"/>
                <a:gd name="connsiteY1" fmla="*/ 1575376 h 2105823"/>
                <a:gd name="connsiteX2" fmla="*/ 563525 w 2716619"/>
                <a:gd name="connsiteY2" fmla="*/ 1197920 h 2105823"/>
                <a:gd name="connsiteX3" fmla="*/ 845289 w 2716619"/>
                <a:gd name="connsiteY3" fmla="*/ 166562 h 2105823"/>
                <a:gd name="connsiteX4" fmla="*/ 1100470 w 2716619"/>
                <a:gd name="connsiteY4" fmla="*/ 155930 h 2105823"/>
                <a:gd name="connsiteX5" fmla="*/ 1382233 w 2716619"/>
                <a:gd name="connsiteY5" fmla="*/ 1671069 h 2105823"/>
                <a:gd name="connsiteX6" fmla="*/ 1509823 w 2716619"/>
                <a:gd name="connsiteY6" fmla="*/ 2037892 h 2105823"/>
                <a:gd name="connsiteX7" fmla="*/ 1674628 w 2716619"/>
                <a:gd name="connsiteY7" fmla="*/ 2091055 h 2105823"/>
                <a:gd name="connsiteX8" fmla="*/ 1812851 w 2716619"/>
                <a:gd name="connsiteY8" fmla="*/ 1862455 h 2105823"/>
                <a:gd name="connsiteX9" fmla="*/ 1897912 w 2716619"/>
                <a:gd name="connsiteY9" fmla="*/ 1463734 h 2105823"/>
                <a:gd name="connsiteX10" fmla="*/ 1993605 w 2716619"/>
                <a:gd name="connsiteY10" fmla="*/ 1171339 h 2105823"/>
                <a:gd name="connsiteX11" fmla="*/ 2126512 w 2716619"/>
                <a:gd name="connsiteY11" fmla="*/ 1065013 h 2105823"/>
                <a:gd name="connsiteX12" fmla="*/ 2716619 w 2716619"/>
                <a:gd name="connsiteY12" fmla="*/ 1059697 h 2105823"/>
                <a:gd name="connsiteX0" fmla="*/ 0 w 2716619"/>
                <a:gd name="connsiteY0" fmla="*/ 1596641 h 2105823"/>
                <a:gd name="connsiteX1" fmla="*/ 361507 w 2716619"/>
                <a:gd name="connsiteY1" fmla="*/ 1564743 h 2105823"/>
                <a:gd name="connsiteX2" fmla="*/ 563525 w 2716619"/>
                <a:gd name="connsiteY2" fmla="*/ 1197920 h 2105823"/>
                <a:gd name="connsiteX3" fmla="*/ 845289 w 2716619"/>
                <a:gd name="connsiteY3" fmla="*/ 166562 h 2105823"/>
                <a:gd name="connsiteX4" fmla="*/ 1100470 w 2716619"/>
                <a:gd name="connsiteY4" fmla="*/ 155930 h 2105823"/>
                <a:gd name="connsiteX5" fmla="*/ 1382233 w 2716619"/>
                <a:gd name="connsiteY5" fmla="*/ 1671069 h 2105823"/>
                <a:gd name="connsiteX6" fmla="*/ 1509823 w 2716619"/>
                <a:gd name="connsiteY6" fmla="*/ 2037892 h 2105823"/>
                <a:gd name="connsiteX7" fmla="*/ 1674628 w 2716619"/>
                <a:gd name="connsiteY7" fmla="*/ 2091055 h 2105823"/>
                <a:gd name="connsiteX8" fmla="*/ 1812851 w 2716619"/>
                <a:gd name="connsiteY8" fmla="*/ 1862455 h 2105823"/>
                <a:gd name="connsiteX9" fmla="*/ 1897912 w 2716619"/>
                <a:gd name="connsiteY9" fmla="*/ 1463734 h 2105823"/>
                <a:gd name="connsiteX10" fmla="*/ 1993605 w 2716619"/>
                <a:gd name="connsiteY10" fmla="*/ 1171339 h 2105823"/>
                <a:gd name="connsiteX11" fmla="*/ 2126512 w 2716619"/>
                <a:gd name="connsiteY11" fmla="*/ 1065013 h 2105823"/>
                <a:gd name="connsiteX12" fmla="*/ 2716619 w 2716619"/>
                <a:gd name="connsiteY12" fmla="*/ 1059697 h 2105823"/>
                <a:gd name="connsiteX0" fmla="*/ 0 w 2716619"/>
                <a:gd name="connsiteY0" fmla="*/ 1596641 h 2105823"/>
                <a:gd name="connsiteX1" fmla="*/ 361507 w 2716619"/>
                <a:gd name="connsiteY1" fmla="*/ 1564743 h 2105823"/>
                <a:gd name="connsiteX2" fmla="*/ 563525 w 2716619"/>
                <a:gd name="connsiteY2" fmla="*/ 1197920 h 2105823"/>
                <a:gd name="connsiteX3" fmla="*/ 845289 w 2716619"/>
                <a:gd name="connsiteY3" fmla="*/ 166562 h 2105823"/>
                <a:gd name="connsiteX4" fmla="*/ 1100470 w 2716619"/>
                <a:gd name="connsiteY4" fmla="*/ 155930 h 2105823"/>
                <a:gd name="connsiteX5" fmla="*/ 1382233 w 2716619"/>
                <a:gd name="connsiteY5" fmla="*/ 1671069 h 2105823"/>
                <a:gd name="connsiteX6" fmla="*/ 1509823 w 2716619"/>
                <a:gd name="connsiteY6" fmla="*/ 2037892 h 2105823"/>
                <a:gd name="connsiteX7" fmla="*/ 1674628 w 2716619"/>
                <a:gd name="connsiteY7" fmla="*/ 2091055 h 2105823"/>
                <a:gd name="connsiteX8" fmla="*/ 1812851 w 2716619"/>
                <a:gd name="connsiteY8" fmla="*/ 1862455 h 2105823"/>
                <a:gd name="connsiteX9" fmla="*/ 1897912 w 2716619"/>
                <a:gd name="connsiteY9" fmla="*/ 1463734 h 2105823"/>
                <a:gd name="connsiteX10" fmla="*/ 1993605 w 2716619"/>
                <a:gd name="connsiteY10" fmla="*/ 1171339 h 2105823"/>
                <a:gd name="connsiteX11" fmla="*/ 2126512 w 2716619"/>
                <a:gd name="connsiteY11" fmla="*/ 1065013 h 2105823"/>
                <a:gd name="connsiteX12" fmla="*/ 2716619 w 2716619"/>
                <a:gd name="connsiteY12" fmla="*/ 1059697 h 2105823"/>
                <a:gd name="connsiteX0" fmla="*/ 0 w 2716619"/>
                <a:gd name="connsiteY0" fmla="*/ 1596641 h 2105823"/>
                <a:gd name="connsiteX1" fmla="*/ 356191 w 2716619"/>
                <a:gd name="connsiteY1" fmla="*/ 1591324 h 2105823"/>
                <a:gd name="connsiteX2" fmla="*/ 563525 w 2716619"/>
                <a:gd name="connsiteY2" fmla="*/ 1197920 h 2105823"/>
                <a:gd name="connsiteX3" fmla="*/ 845289 w 2716619"/>
                <a:gd name="connsiteY3" fmla="*/ 166562 h 2105823"/>
                <a:gd name="connsiteX4" fmla="*/ 1100470 w 2716619"/>
                <a:gd name="connsiteY4" fmla="*/ 155930 h 2105823"/>
                <a:gd name="connsiteX5" fmla="*/ 1382233 w 2716619"/>
                <a:gd name="connsiteY5" fmla="*/ 1671069 h 2105823"/>
                <a:gd name="connsiteX6" fmla="*/ 1509823 w 2716619"/>
                <a:gd name="connsiteY6" fmla="*/ 2037892 h 2105823"/>
                <a:gd name="connsiteX7" fmla="*/ 1674628 w 2716619"/>
                <a:gd name="connsiteY7" fmla="*/ 2091055 h 2105823"/>
                <a:gd name="connsiteX8" fmla="*/ 1812851 w 2716619"/>
                <a:gd name="connsiteY8" fmla="*/ 1862455 h 2105823"/>
                <a:gd name="connsiteX9" fmla="*/ 1897912 w 2716619"/>
                <a:gd name="connsiteY9" fmla="*/ 1463734 h 2105823"/>
                <a:gd name="connsiteX10" fmla="*/ 1993605 w 2716619"/>
                <a:gd name="connsiteY10" fmla="*/ 1171339 h 2105823"/>
                <a:gd name="connsiteX11" fmla="*/ 2126512 w 2716619"/>
                <a:gd name="connsiteY11" fmla="*/ 1065013 h 2105823"/>
                <a:gd name="connsiteX12" fmla="*/ 2716619 w 2716619"/>
                <a:gd name="connsiteY12" fmla="*/ 1059697 h 2105823"/>
                <a:gd name="connsiteX0" fmla="*/ 0 w 2716619"/>
                <a:gd name="connsiteY0" fmla="*/ 1596641 h 2105823"/>
                <a:gd name="connsiteX1" fmla="*/ 356191 w 2716619"/>
                <a:gd name="connsiteY1" fmla="*/ 1591324 h 2105823"/>
                <a:gd name="connsiteX2" fmla="*/ 563525 w 2716619"/>
                <a:gd name="connsiteY2" fmla="*/ 1197920 h 2105823"/>
                <a:gd name="connsiteX3" fmla="*/ 845289 w 2716619"/>
                <a:gd name="connsiteY3" fmla="*/ 166562 h 2105823"/>
                <a:gd name="connsiteX4" fmla="*/ 1100470 w 2716619"/>
                <a:gd name="connsiteY4" fmla="*/ 155930 h 2105823"/>
                <a:gd name="connsiteX5" fmla="*/ 1382233 w 2716619"/>
                <a:gd name="connsiteY5" fmla="*/ 1671069 h 2105823"/>
                <a:gd name="connsiteX6" fmla="*/ 1509823 w 2716619"/>
                <a:gd name="connsiteY6" fmla="*/ 2037892 h 2105823"/>
                <a:gd name="connsiteX7" fmla="*/ 1674628 w 2716619"/>
                <a:gd name="connsiteY7" fmla="*/ 2091055 h 2105823"/>
                <a:gd name="connsiteX8" fmla="*/ 1812851 w 2716619"/>
                <a:gd name="connsiteY8" fmla="*/ 1862455 h 2105823"/>
                <a:gd name="connsiteX9" fmla="*/ 1897912 w 2716619"/>
                <a:gd name="connsiteY9" fmla="*/ 1463734 h 2105823"/>
                <a:gd name="connsiteX10" fmla="*/ 1993605 w 2716619"/>
                <a:gd name="connsiteY10" fmla="*/ 1171339 h 2105823"/>
                <a:gd name="connsiteX11" fmla="*/ 2126512 w 2716619"/>
                <a:gd name="connsiteY11" fmla="*/ 1065013 h 2105823"/>
                <a:gd name="connsiteX12" fmla="*/ 2716619 w 2716619"/>
                <a:gd name="connsiteY12" fmla="*/ 1059697 h 2105823"/>
                <a:gd name="connsiteX0" fmla="*/ 0 w 2716619"/>
                <a:gd name="connsiteY0" fmla="*/ 1596641 h 2105823"/>
                <a:gd name="connsiteX1" fmla="*/ 356191 w 2716619"/>
                <a:gd name="connsiteY1" fmla="*/ 1591324 h 2105823"/>
                <a:gd name="connsiteX2" fmla="*/ 563525 w 2716619"/>
                <a:gd name="connsiteY2" fmla="*/ 1197920 h 2105823"/>
                <a:gd name="connsiteX3" fmla="*/ 845289 w 2716619"/>
                <a:gd name="connsiteY3" fmla="*/ 166562 h 2105823"/>
                <a:gd name="connsiteX4" fmla="*/ 1100470 w 2716619"/>
                <a:gd name="connsiteY4" fmla="*/ 155930 h 2105823"/>
                <a:gd name="connsiteX5" fmla="*/ 1382233 w 2716619"/>
                <a:gd name="connsiteY5" fmla="*/ 1671069 h 2105823"/>
                <a:gd name="connsiteX6" fmla="*/ 1509823 w 2716619"/>
                <a:gd name="connsiteY6" fmla="*/ 2037892 h 2105823"/>
                <a:gd name="connsiteX7" fmla="*/ 1674628 w 2716619"/>
                <a:gd name="connsiteY7" fmla="*/ 2091055 h 2105823"/>
                <a:gd name="connsiteX8" fmla="*/ 1812851 w 2716619"/>
                <a:gd name="connsiteY8" fmla="*/ 1862455 h 2105823"/>
                <a:gd name="connsiteX9" fmla="*/ 1897912 w 2716619"/>
                <a:gd name="connsiteY9" fmla="*/ 1463734 h 2105823"/>
                <a:gd name="connsiteX10" fmla="*/ 1993605 w 2716619"/>
                <a:gd name="connsiteY10" fmla="*/ 1171339 h 2105823"/>
                <a:gd name="connsiteX11" fmla="*/ 2126512 w 2716619"/>
                <a:gd name="connsiteY11" fmla="*/ 1065013 h 2105823"/>
                <a:gd name="connsiteX12" fmla="*/ 2716619 w 2716619"/>
                <a:gd name="connsiteY12" fmla="*/ 1059697 h 2105823"/>
                <a:gd name="connsiteX0" fmla="*/ 0 w 2716619"/>
                <a:gd name="connsiteY0" fmla="*/ 1596641 h 2105823"/>
                <a:gd name="connsiteX1" fmla="*/ 356191 w 2716619"/>
                <a:gd name="connsiteY1" fmla="*/ 1591324 h 2105823"/>
                <a:gd name="connsiteX2" fmla="*/ 563525 w 2716619"/>
                <a:gd name="connsiteY2" fmla="*/ 1197920 h 2105823"/>
                <a:gd name="connsiteX3" fmla="*/ 845289 w 2716619"/>
                <a:gd name="connsiteY3" fmla="*/ 166562 h 2105823"/>
                <a:gd name="connsiteX4" fmla="*/ 1100470 w 2716619"/>
                <a:gd name="connsiteY4" fmla="*/ 155930 h 2105823"/>
                <a:gd name="connsiteX5" fmla="*/ 1382233 w 2716619"/>
                <a:gd name="connsiteY5" fmla="*/ 1671069 h 2105823"/>
                <a:gd name="connsiteX6" fmla="*/ 1509823 w 2716619"/>
                <a:gd name="connsiteY6" fmla="*/ 2037892 h 2105823"/>
                <a:gd name="connsiteX7" fmla="*/ 1674628 w 2716619"/>
                <a:gd name="connsiteY7" fmla="*/ 2091055 h 2105823"/>
                <a:gd name="connsiteX8" fmla="*/ 1812851 w 2716619"/>
                <a:gd name="connsiteY8" fmla="*/ 1862455 h 2105823"/>
                <a:gd name="connsiteX9" fmla="*/ 1897912 w 2716619"/>
                <a:gd name="connsiteY9" fmla="*/ 1463734 h 2105823"/>
                <a:gd name="connsiteX10" fmla="*/ 1993605 w 2716619"/>
                <a:gd name="connsiteY10" fmla="*/ 1171339 h 2105823"/>
                <a:gd name="connsiteX11" fmla="*/ 2126512 w 2716619"/>
                <a:gd name="connsiteY11" fmla="*/ 1065013 h 2105823"/>
                <a:gd name="connsiteX12" fmla="*/ 2716619 w 2716619"/>
                <a:gd name="connsiteY12" fmla="*/ 1059697 h 2105823"/>
                <a:gd name="connsiteX0" fmla="*/ 0 w 2705987"/>
                <a:gd name="connsiteY0" fmla="*/ 1596641 h 2105823"/>
                <a:gd name="connsiteX1" fmla="*/ 345559 w 2705987"/>
                <a:gd name="connsiteY1" fmla="*/ 1591324 h 2105823"/>
                <a:gd name="connsiteX2" fmla="*/ 552893 w 2705987"/>
                <a:gd name="connsiteY2" fmla="*/ 1197920 h 2105823"/>
                <a:gd name="connsiteX3" fmla="*/ 834657 w 2705987"/>
                <a:gd name="connsiteY3" fmla="*/ 166562 h 2105823"/>
                <a:gd name="connsiteX4" fmla="*/ 1089838 w 2705987"/>
                <a:gd name="connsiteY4" fmla="*/ 155930 h 2105823"/>
                <a:gd name="connsiteX5" fmla="*/ 1371601 w 2705987"/>
                <a:gd name="connsiteY5" fmla="*/ 1671069 h 2105823"/>
                <a:gd name="connsiteX6" fmla="*/ 1499191 w 2705987"/>
                <a:gd name="connsiteY6" fmla="*/ 2037892 h 2105823"/>
                <a:gd name="connsiteX7" fmla="*/ 1663996 w 2705987"/>
                <a:gd name="connsiteY7" fmla="*/ 2091055 h 2105823"/>
                <a:gd name="connsiteX8" fmla="*/ 1802219 w 2705987"/>
                <a:gd name="connsiteY8" fmla="*/ 1862455 h 2105823"/>
                <a:gd name="connsiteX9" fmla="*/ 1887280 w 2705987"/>
                <a:gd name="connsiteY9" fmla="*/ 1463734 h 2105823"/>
                <a:gd name="connsiteX10" fmla="*/ 1982973 w 2705987"/>
                <a:gd name="connsiteY10" fmla="*/ 1171339 h 2105823"/>
                <a:gd name="connsiteX11" fmla="*/ 2115880 w 2705987"/>
                <a:gd name="connsiteY11" fmla="*/ 1065013 h 2105823"/>
                <a:gd name="connsiteX12" fmla="*/ 2705987 w 2705987"/>
                <a:gd name="connsiteY12" fmla="*/ 1059697 h 2105823"/>
                <a:gd name="connsiteX0" fmla="*/ 0 w 2705987"/>
                <a:gd name="connsiteY0" fmla="*/ 1596641 h 2105823"/>
                <a:gd name="connsiteX1" fmla="*/ 345559 w 2705987"/>
                <a:gd name="connsiteY1" fmla="*/ 1591324 h 2105823"/>
                <a:gd name="connsiteX2" fmla="*/ 552893 w 2705987"/>
                <a:gd name="connsiteY2" fmla="*/ 1197920 h 2105823"/>
                <a:gd name="connsiteX3" fmla="*/ 834657 w 2705987"/>
                <a:gd name="connsiteY3" fmla="*/ 166562 h 2105823"/>
                <a:gd name="connsiteX4" fmla="*/ 1089838 w 2705987"/>
                <a:gd name="connsiteY4" fmla="*/ 155930 h 2105823"/>
                <a:gd name="connsiteX5" fmla="*/ 1371601 w 2705987"/>
                <a:gd name="connsiteY5" fmla="*/ 1671069 h 2105823"/>
                <a:gd name="connsiteX6" fmla="*/ 1499191 w 2705987"/>
                <a:gd name="connsiteY6" fmla="*/ 2037892 h 2105823"/>
                <a:gd name="connsiteX7" fmla="*/ 1663996 w 2705987"/>
                <a:gd name="connsiteY7" fmla="*/ 2091055 h 2105823"/>
                <a:gd name="connsiteX8" fmla="*/ 1802219 w 2705987"/>
                <a:gd name="connsiteY8" fmla="*/ 1862455 h 2105823"/>
                <a:gd name="connsiteX9" fmla="*/ 1887280 w 2705987"/>
                <a:gd name="connsiteY9" fmla="*/ 1463734 h 2105823"/>
                <a:gd name="connsiteX10" fmla="*/ 1982973 w 2705987"/>
                <a:gd name="connsiteY10" fmla="*/ 1171339 h 2105823"/>
                <a:gd name="connsiteX11" fmla="*/ 2115880 w 2705987"/>
                <a:gd name="connsiteY11" fmla="*/ 1065013 h 2105823"/>
                <a:gd name="connsiteX12" fmla="*/ 2705987 w 2705987"/>
                <a:gd name="connsiteY12" fmla="*/ 1059697 h 2105823"/>
                <a:gd name="connsiteX0" fmla="*/ 0 w 2705987"/>
                <a:gd name="connsiteY0" fmla="*/ 1596641 h 2105823"/>
                <a:gd name="connsiteX1" fmla="*/ 345559 w 2705987"/>
                <a:gd name="connsiteY1" fmla="*/ 1591324 h 2105823"/>
                <a:gd name="connsiteX2" fmla="*/ 552893 w 2705987"/>
                <a:gd name="connsiteY2" fmla="*/ 1197920 h 2105823"/>
                <a:gd name="connsiteX3" fmla="*/ 834657 w 2705987"/>
                <a:gd name="connsiteY3" fmla="*/ 166562 h 2105823"/>
                <a:gd name="connsiteX4" fmla="*/ 1089838 w 2705987"/>
                <a:gd name="connsiteY4" fmla="*/ 155930 h 2105823"/>
                <a:gd name="connsiteX5" fmla="*/ 1371601 w 2705987"/>
                <a:gd name="connsiteY5" fmla="*/ 1671069 h 2105823"/>
                <a:gd name="connsiteX6" fmla="*/ 1499191 w 2705987"/>
                <a:gd name="connsiteY6" fmla="*/ 2037892 h 2105823"/>
                <a:gd name="connsiteX7" fmla="*/ 1663996 w 2705987"/>
                <a:gd name="connsiteY7" fmla="*/ 2091055 h 2105823"/>
                <a:gd name="connsiteX8" fmla="*/ 1802219 w 2705987"/>
                <a:gd name="connsiteY8" fmla="*/ 1862455 h 2105823"/>
                <a:gd name="connsiteX9" fmla="*/ 1887280 w 2705987"/>
                <a:gd name="connsiteY9" fmla="*/ 1463734 h 2105823"/>
                <a:gd name="connsiteX10" fmla="*/ 1982973 w 2705987"/>
                <a:gd name="connsiteY10" fmla="*/ 1171339 h 2105823"/>
                <a:gd name="connsiteX11" fmla="*/ 2115880 w 2705987"/>
                <a:gd name="connsiteY11" fmla="*/ 1065013 h 2105823"/>
                <a:gd name="connsiteX12" fmla="*/ 2705987 w 2705987"/>
                <a:gd name="connsiteY12" fmla="*/ 1059697 h 2105823"/>
                <a:gd name="connsiteX0" fmla="*/ 0 w 2705987"/>
                <a:gd name="connsiteY0" fmla="*/ 1567663 h 2076845"/>
                <a:gd name="connsiteX1" fmla="*/ 345559 w 2705987"/>
                <a:gd name="connsiteY1" fmla="*/ 1562346 h 2076845"/>
                <a:gd name="connsiteX2" fmla="*/ 552893 w 2705987"/>
                <a:gd name="connsiteY2" fmla="*/ 1168942 h 2076845"/>
                <a:gd name="connsiteX3" fmla="*/ 834657 w 2705987"/>
                <a:gd name="connsiteY3" fmla="*/ 137584 h 2076845"/>
                <a:gd name="connsiteX4" fmla="*/ 1084521 w 2705987"/>
                <a:gd name="connsiteY4" fmla="*/ 174799 h 2076845"/>
                <a:gd name="connsiteX5" fmla="*/ 1371601 w 2705987"/>
                <a:gd name="connsiteY5" fmla="*/ 1642091 h 2076845"/>
                <a:gd name="connsiteX6" fmla="*/ 1499191 w 2705987"/>
                <a:gd name="connsiteY6" fmla="*/ 2008914 h 2076845"/>
                <a:gd name="connsiteX7" fmla="*/ 1663996 w 2705987"/>
                <a:gd name="connsiteY7" fmla="*/ 2062077 h 2076845"/>
                <a:gd name="connsiteX8" fmla="*/ 1802219 w 2705987"/>
                <a:gd name="connsiteY8" fmla="*/ 1833477 h 2076845"/>
                <a:gd name="connsiteX9" fmla="*/ 1887280 w 2705987"/>
                <a:gd name="connsiteY9" fmla="*/ 1434756 h 2076845"/>
                <a:gd name="connsiteX10" fmla="*/ 1982973 w 2705987"/>
                <a:gd name="connsiteY10" fmla="*/ 1142361 h 2076845"/>
                <a:gd name="connsiteX11" fmla="*/ 2115880 w 2705987"/>
                <a:gd name="connsiteY11" fmla="*/ 1036035 h 2076845"/>
                <a:gd name="connsiteX12" fmla="*/ 2705987 w 2705987"/>
                <a:gd name="connsiteY12" fmla="*/ 1030719 h 2076845"/>
                <a:gd name="connsiteX0" fmla="*/ 0 w 2705987"/>
                <a:gd name="connsiteY0" fmla="*/ 1567663 h 2100041"/>
                <a:gd name="connsiteX1" fmla="*/ 345559 w 2705987"/>
                <a:gd name="connsiteY1" fmla="*/ 1562346 h 2100041"/>
                <a:gd name="connsiteX2" fmla="*/ 552893 w 2705987"/>
                <a:gd name="connsiteY2" fmla="*/ 1168942 h 2100041"/>
                <a:gd name="connsiteX3" fmla="*/ 834657 w 2705987"/>
                <a:gd name="connsiteY3" fmla="*/ 137584 h 2100041"/>
                <a:gd name="connsiteX4" fmla="*/ 1084521 w 2705987"/>
                <a:gd name="connsiteY4" fmla="*/ 174799 h 2100041"/>
                <a:gd name="connsiteX5" fmla="*/ 1371601 w 2705987"/>
                <a:gd name="connsiteY5" fmla="*/ 1642091 h 2100041"/>
                <a:gd name="connsiteX6" fmla="*/ 1520456 w 2705987"/>
                <a:gd name="connsiteY6" fmla="*/ 2056761 h 2100041"/>
                <a:gd name="connsiteX7" fmla="*/ 1663996 w 2705987"/>
                <a:gd name="connsiteY7" fmla="*/ 2062077 h 2100041"/>
                <a:gd name="connsiteX8" fmla="*/ 1802219 w 2705987"/>
                <a:gd name="connsiteY8" fmla="*/ 1833477 h 2100041"/>
                <a:gd name="connsiteX9" fmla="*/ 1887280 w 2705987"/>
                <a:gd name="connsiteY9" fmla="*/ 1434756 h 2100041"/>
                <a:gd name="connsiteX10" fmla="*/ 1982973 w 2705987"/>
                <a:gd name="connsiteY10" fmla="*/ 1142361 h 2100041"/>
                <a:gd name="connsiteX11" fmla="*/ 2115880 w 2705987"/>
                <a:gd name="connsiteY11" fmla="*/ 1036035 h 2100041"/>
                <a:gd name="connsiteX12" fmla="*/ 2705987 w 2705987"/>
                <a:gd name="connsiteY12" fmla="*/ 1030719 h 2100041"/>
                <a:gd name="connsiteX0" fmla="*/ 0 w 2705987"/>
                <a:gd name="connsiteY0" fmla="*/ 1567663 h 2095097"/>
                <a:gd name="connsiteX1" fmla="*/ 345559 w 2705987"/>
                <a:gd name="connsiteY1" fmla="*/ 1562346 h 2095097"/>
                <a:gd name="connsiteX2" fmla="*/ 552893 w 2705987"/>
                <a:gd name="connsiteY2" fmla="*/ 1168942 h 2095097"/>
                <a:gd name="connsiteX3" fmla="*/ 834657 w 2705987"/>
                <a:gd name="connsiteY3" fmla="*/ 137584 h 2095097"/>
                <a:gd name="connsiteX4" fmla="*/ 1084521 w 2705987"/>
                <a:gd name="connsiteY4" fmla="*/ 174799 h 2095097"/>
                <a:gd name="connsiteX5" fmla="*/ 1371601 w 2705987"/>
                <a:gd name="connsiteY5" fmla="*/ 1642091 h 2095097"/>
                <a:gd name="connsiteX6" fmla="*/ 1520456 w 2705987"/>
                <a:gd name="connsiteY6" fmla="*/ 2056761 h 2095097"/>
                <a:gd name="connsiteX7" fmla="*/ 1669312 w 2705987"/>
                <a:gd name="connsiteY7" fmla="*/ 2051445 h 2095097"/>
                <a:gd name="connsiteX8" fmla="*/ 1802219 w 2705987"/>
                <a:gd name="connsiteY8" fmla="*/ 1833477 h 2095097"/>
                <a:gd name="connsiteX9" fmla="*/ 1887280 w 2705987"/>
                <a:gd name="connsiteY9" fmla="*/ 1434756 h 2095097"/>
                <a:gd name="connsiteX10" fmla="*/ 1982973 w 2705987"/>
                <a:gd name="connsiteY10" fmla="*/ 1142361 h 2095097"/>
                <a:gd name="connsiteX11" fmla="*/ 2115880 w 2705987"/>
                <a:gd name="connsiteY11" fmla="*/ 1036035 h 2095097"/>
                <a:gd name="connsiteX12" fmla="*/ 2705987 w 2705987"/>
                <a:gd name="connsiteY12" fmla="*/ 1030719 h 2095097"/>
                <a:gd name="connsiteX0" fmla="*/ 0 w 2705987"/>
                <a:gd name="connsiteY0" fmla="*/ 1567663 h 2096984"/>
                <a:gd name="connsiteX1" fmla="*/ 345559 w 2705987"/>
                <a:gd name="connsiteY1" fmla="*/ 1562346 h 2096984"/>
                <a:gd name="connsiteX2" fmla="*/ 552893 w 2705987"/>
                <a:gd name="connsiteY2" fmla="*/ 1168942 h 2096984"/>
                <a:gd name="connsiteX3" fmla="*/ 834657 w 2705987"/>
                <a:gd name="connsiteY3" fmla="*/ 137584 h 2096984"/>
                <a:gd name="connsiteX4" fmla="*/ 1084521 w 2705987"/>
                <a:gd name="connsiteY4" fmla="*/ 174799 h 2096984"/>
                <a:gd name="connsiteX5" fmla="*/ 1371601 w 2705987"/>
                <a:gd name="connsiteY5" fmla="*/ 1642091 h 2096984"/>
                <a:gd name="connsiteX6" fmla="*/ 1520456 w 2705987"/>
                <a:gd name="connsiteY6" fmla="*/ 2056761 h 2096984"/>
                <a:gd name="connsiteX7" fmla="*/ 1669312 w 2705987"/>
                <a:gd name="connsiteY7" fmla="*/ 2051445 h 2096984"/>
                <a:gd name="connsiteX8" fmla="*/ 1775638 w 2705987"/>
                <a:gd name="connsiteY8" fmla="*/ 1796263 h 2096984"/>
                <a:gd name="connsiteX9" fmla="*/ 1887280 w 2705987"/>
                <a:gd name="connsiteY9" fmla="*/ 1434756 h 2096984"/>
                <a:gd name="connsiteX10" fmla="*/ 1982973 w 2705987"/>
                <a:gd name="connsiteY10" fmla="*/ 1142361 h 2096984"/>
                <a:gd name="connsiteX11" fmla="*/ 2115880 w 2705987"/>
                <a:gd name="connsiteY11" fmla="*/ 1036035 h 2096984"/>
                <a:gd name="connsiteX12" fmla="*/ 2705987 w 2705987"/>
                <a:gd name="connsiteY12" fmla="*/ 1030719 h 2096984"/>
                <a:gd name="connsiteX0" fmla="*/ 0 w 2705987"/>
                <a:gd name="connsiteY0" fmla="*/ 1567663 h 2096984"/>
                <a:gd name="connsiteX1" fmla="*/ 345559 w 2705987"/>
                <a:gd name="connsiteY1" fmla="*/ 1562346 h 2096984"/>
                <a:gd name="connsiteX2" fmla="*/ 552893 w 2705987"/>
                <a:gd name="connsiteY2" fmla="*/ 1168942 h 2096984"/>
                <a:gd name="connsiteX3" fmla="*/ 834657 w 2705987"/>
                <a:gd name="connsiteY3" fmla="*/ 137584 h 2096984"/>
                <a:gd name="connsiteX4" fmla="*/ 1084521 w 2705987"/>
                <a:gd name="connsiteY4" fmla="*/ 174799 h 2096984"/>
                <a:gd name="connsiteX5" fmla="*/ 1371601 w 2705987"/>
                <a:gd name="connsiteY5" fmla="*/ 1642091 h 2096984"/>
                <a:gd name="connsiteX6" fmla="*/ 1520456 w 2705987"/>
                <a:gd name="connsiteY6" fmla="*/ 2056761 h 2096984"/>
                <a:gd name="connsiteX7" fmla="*/ 1669312 w 2705987"/>
                <a:gd name="connsiteY7" fmla="*/ 2051445 h 2096984"/>
                <a:gd name="connsiteX8" fmla="*/ 1775638 w 2705987"/>
                <a:gd name="connsiteY8" fmla="*/ 1796263 h 2096984"/>
                <a:gd name="connsiteX9" fmla="*/ 1887280 w 2705987"/>
                <a:gd name="connsiteY9" fmla="*/ 1381593 h 2096984"/>
                <a:gd name="connsiteX10" fmla="*/ 1982973 w 2705987"/>
                <a:gd name="connsiteY10" fmla="*/ 1142361 h 2096984"/>
                <a:gd name="connsiteX11" fmla="*/ 2115880 w 2705987"/>
                <a:gd name="connsiteY11" fmla="*/ 1036035 h 2096984"/>
                <a:gd name="connsiteX12" fmla="*/ 2705987 w 2705987"/>
                <a:gd name="connsiteY12" fmla="*/ 1030719 h 2096984"/>
                <a:gd name="connsiteX0" fmla="*/ 0 w 2705987"/>
                <a:gd name="connsiteY0" fmla="*/ 1567663 h 2096984"/>
                <a:gd name="connsiteX1" fmla="*/ 345559 w 2705987"/>
                <a:gd name="connsiteY1" fmla="*/ 1562346 h 2096984"/>
                <a:gd name="connsiteX2" fmla="*/ 552893 w 2705987"/>
                <a:gd name="connsiteY2" fmla="*/ 1168942 h 2096984"/>
                <a:gd name="connsiteX3" fmla="*/ 834657 w 2705987"/>
                <a:gd name="connsiteY3" fmla="*/ 137584 h 2096984"/>
                <a:gd name="connsiteX4" fmla="*/ 1084521 w 2705987"/>
                <a:gd name="connsiteY4" fmla="*/ 174799 h 2096984"/>
                <a:gd name="connsiteX5" fmla="*/ 1371601 w 2705987"/>
                <a:gd name="connsiteY5" fmla="*/ 1642091 h 2096984"/>
                <a:gd name="connsiteX6" fmla="*/ 1520456 w 2705987"/>
                <a:gd name="connsiteY6" fmla="*/ 2056761 h 2096984"/>
                <a:gd name="connsiteX7" fmla="*/ 1669312 w 2705987"/>
                <a:gd name="connsiteY7" fmla="*/ 2051445 h 2096984"/>
                <a:gd name="connsiteX8" fmla="*/ 1775638 w 2705987"/>
                <a:gd name="connsiteY8" fmla="*/ 1796263 h 2096984"/>
                <a:gd name="connsiteX9" fmla="*/ 1887280 w 2705987"/>
                <a:gd name="connsiteY9" fmla="*/ 1381593 h 2096984"/>
                <a:gd name="connsiteX10" fmla="*/ 1945759 w 2705987"/>
                <a:gd name="connsiteY10" fmla="*/ 1152993 h 2096984"/>
                <a:gd name="connsiteX11" fmla="*/ 2115880 w 2705987"/>
                <a:gd name="connsiteY11" fmla="*/ 1036035 h 2096984"/>
                <a:gd name="connsiteX12" fmla="*/ 2705987 w 2705987"/>
                <a:gd name="connsiteY12" fmla="*/ 1030719 h 2096984"/>
                <a:gd name="connsiteX0" fmla="*/ 0 w 2705987"/>
                <a:gd name="connsiteY0" fmla="*/ 1567663 h 2096984"/>
                <a:gd name="connsiteX1" fmla="*/ 345559 w 2705987"/>
                <a:gd name="connsiteY1" fmla="*/ 1562346 h 2096984"/>
                <a:gd name="connsiteX2" fmla="*/ 552893 w 2705987"/>
                <a:gd name="connsiteY2" fmla="*/ 1168942 h 2096984"/>
                <a:gd name="connsiteX3" fmla="*/ 834657 w 2705987"/>
                <a:gd name="connsiteY3" fmla="*/ 137584 h 2096984"/>
                <a:gd name="connsiteX4" fmla="*/ 1084521 w 2705987"/>
                <a:gd name="connsiteY4" fmla="*/ 174799 h 2096984"/>
                <a:gd name="connsiteX5" fmla="*/ 1371601 w 2705987"/>
                <a:gd name="connsiteY5" fmla="*/ 1642091 h 2096984"/>
                <a:gd name="connsiteX6" fmla="*/ 1520456 w 2705987"/>
                <a:gd name="connsiteY6" fmla="*/ 2056761 h 2096984"/>
                <a:gd name="connsiteX7" fmla="*/ 1669312 w 2705987"/>
                <a:gd name="connsiteY7" fmla="*/ 2051445 h 2096984"/>
                <a:gd name="connsiteX8" fmla="*/ 1775638 w 2705987"/>
                <a:gd name="connsiteY8" fmla="*/ 1796263 h 2096984"/>
                <a:gd name="connsiteX9" fmla="*/ 1887280 w 2705987"/>
                <a:gd name="connsiteY9" fmla="*/ 1381593 h 2096984"/>
                <a:gd name="connsiteX10" fmla="*/ 1945759 w 2705987"/>
                <a:gd name="connsiteY10" fmla="*/ 1152993 h 2096984"/>
                <a:gd name="connsiteX11" fmla="*/ 2195624 w 2705987"/>
                <a:gd name="connsiteY11" fmla="*/ 1030718 h 2096984"/>
                <a:gd name="connsiteX12" fmla="*/ 2705987 w 2705987"/>
                <a:gd name="connsiteY12" fmla="*/ 1030719 h 2096984"/>
                <a:gd name="connsiteX0" fmla="*/ 0 w 2705987"/>
                <a:gd name="connsiteY0" fmla="*/ 1567663 h 2096984"/>
                <a:gd name="connsiteX1" fmla="*/ 345559 w 2705987"/>
                <a:gd name="connsiteY1" fmla="*/ 1562346 h 2096984"/>
                <a:gd name="connsiteX2" fmla="*/ 552893 w 2705987"/>
                <a:gd name="connsiteY2" fmla="*/ 1168942 h 2096984"/>
                <a:gd name="connsiteX3" fmla="*/ 834657 w 2705987"/>
                <a:gd name="connsiteY3" fmla="*/ 137584 h 2096984"/>
                <a:gd name="connsiteX4" fmla="*/ 1084521 w 2705987"/>
                <a:gd name="connsiteY4" fmla="*/ 174799 h 2096984"/>
                <a:gd name="connsiteX5" fmla="*/ 1371601 w 2705987"/>
                <a:gd name="connsiteY5" fmla="*/ 1642091 h 2096984"/>
                <a:gd name="connsiteX6" fmla="*/ 1520456 w 2705987"/>
                <a:gd name="connsiteY6" fmla="*/ 2056761 h 2096984"/>
                <a:gd name="connsiteX7" fmla="*/ 1669312 w 2705987"/>
                <a:gd name="connsiteY7" fmla="*/ 2051445 h 2096984"/>
                <a:gd name="connsiteX8" fmla="*/ 1775638 w 2705987"/>
                <a:gd name="connsiteY8" fmla="*/ 1796263 h 2096984"/>
                <a:gd name="connsiteX9" fmla="*/ 1887280 w 2705987"/>
                <a:gd name="connsiteY9" fmla="*/ 1381593 h 2096984"/>
                <a:gd name="connsiteX10" fmla="*/ 1945759 w 2705987"/>
                <a:gd name="connsiteY10" fmla="*/ 1152993 h 2096984"/>
                <a:gd name="connsiteX11" fmla="*/ 2137145 w 2705987"/>
                <a:gd name="connsiteY11" fmla="*/ 1030718 h 2096984"/>
                <a:gd name="connsiteX12" fmla="*/ 2705987 w 2705987"/>
                <a:gd name="connsiteY12" fmla="*/ 1030719 h 2096984"/>
                <a:gd name="connsiteX0" fmla="*/ 0 w 2705987"/>
                <a:gd name="connsiteY0" fmla="*/ 1567663 h 2096984"/>
                <a:gd name="connsiteX1" fmla="*/ 345559 w 2705987"/>
                <a:gd name="connsiteY1" fmla="*/ 1562346 h 2096984"/>
                <a:gd name="connsiteX2" fmla="*/ 552893 w 2705987"/>
                <a:gd name="connsiteY2" fmla="*/ 1168942 h 2096984"/>
                <a:gd name="connsiteX3" fmla="*/ 834657 w 2705987"/>
                <a:gd name="connsiteY3" fmla="*/ 137584 h 2096984"/>
                <a:gd name="connsiteX4" fmla="*/ 1084521 w 2705987"/>
                <a:gd name="connsiteY4" fmla="*/ 174799 h 2096984"/>
                <a:gd name="connsiteX5" fmla="*/ 1371601 w 2705987"/>
                <a:gd name="connsiteY5" fmla="*/ 1642091 h 2096984"/>
                <a:gd name="connsiteX6" fmla="*/ 1520456 w 2705987"/>
                <a:gd name="connsiteY6" fmla="*/ 2056761 h 2096984"/>
                <a:gd name="connsiteX7" fmla="*/ 1669312 w 2705987"/>
                <a:gd name="connsiteY7" fmla="*/ 2051445 h 2096984"/>
                <a:gd name="connsiteX8" fmla="*/ 1775638 w 2705987"/>
                <a:gd name="connsiteY8" fmla="*/ 1796263 h 2096984"/>
                <a:gd name="connsiteX9" fmla="*/ 1887280 w 2705987"/>
                <a:gd name="connsiteY9" fmla="*/ 1381593 h 2096984"/>
                <a:gd name="connsiteX10" fmla="*/ 1982973 w 2705987"/>
                <a:gd name="connsiteY10" fmla="*/ 1147677 h 2096984"/>
                <a:gd name="connsiteX11" fmla="*/ 2137145 w 2705987"/>
                <a:gd name="connsiteY11" fmla="*/ 1030718 h 2096984"/>
                <a:gd name="connsiteX12" fmla="*/ 2705987 w 2705987"/>
                <a:gd name="connsiteY12" fmla="*/ 1030719 h 2096984"/>
                <a:gd name="connsiteX0" fmla="*/ 0 w 2705987"/>
                <a:gd name="connsiteY0" fmla="*/ 1567663 h 2096984"/>
                <a:gd name="connsiteX1" fmla="*/ 345559 w 2705987"/>
                <a:gd name="connsiteY1" fmla="*/ 1562346 h 2096984"/>
                <a:gd name="connsiteX2" fmla="*/ 552893 w 2705987"/>
                <a:gd name="connsiteY2" fmla="*/ 1168942 h 2096984"/>
                <a:gd name="connsiteX3" fmla="*/ 834657 w 2705987"/>
                <a:gd name="connsiteY3" fmla="*/ 137584 h 2096984"/>
                <a:gd name="connsiteX4" fmla="*/ 1084521 w 2705987"/>
                <a:gd name="connsiteY4" fmla="*/ 174799 h 2096984"/>
                <a:gd name="connsiteX5" fmla="*/ 1371601 w 2705987"/>
                <a:gd name="connsiteY5" fmla="*/ 1642091 h 2096984"/>
                <a:gd name="connsiteX6" fmla="*/ 1520456 w 2705987"/>
                <a:gd name="connsiteY6" fmla="*/ 2056761 h 2096984"/>
                <a:gd name="connsiteX7" fmla="*/ 1669312 w 2705987"/>
                <a:gd name="connsiteY7" fmla="*/ 2051445 h 2096984"/>
                <a:gd name="connsiteX8" fmla="*/ 1775638 w 2705987"/>
                <a:gd name="connsiteY8" fmla="*/ 1796263 h 2096984"/>
                <a:gd name="connsiteX9" fmla="*/ 1887280 w 2705987"/>
                <a:gd name="connsiteY9" fmla="*/ 1381593 h 2096984"/>
                <a:gd name="connsiteX10" fmla="*/ 1982973 w 2705987"/>
                <a:gd name="connsiteY10" fmla="*/ 1147677 h 2096984"/>
                <a:gd name="connsiteX11" fmla="*/ 2142461 w 2705987"/>
                <a:gd name="connsiteY11" fmla="*/ 1041351 h 2096984"/>
                <a:gd name="connsiteX12" fmla="*/ 2705987 w 2705987"/>
                <a:gd name="connsiteY12" fmla="*/ 1030719 h 2096984"/>
                <a:gd name="connsiteX0" fmla="*/ 0 w 2705987"/>
                <a:gd name="connsiteY0" fmla="*/ 1567663 h 2096984"/>
                <a:gd name="connsiteX1" fmla="*/ 345559 w 2705987"/>
                <a:gd name="connsiteY1" fmla="*/ 1562346 h 2096984"/>
                <a:gd name="connsiteX2" fmla="*/ 552893 w 2705987"/>
                <a:gd name="connsiteY2" fmla="*/ 1168942 h 2096984"/>
                <a:gd name="connsiteX3" fmla="*/ 834657 w 2705987"/>
                <a:gd name="connsiteY3" fmla="*/ 137584 h 2096984"/>
                <a:gd name="connsiteX4" fmla="*/ 1084521 w 2705987"/>
                <a:gd name="connsiteY4" fmla="*/ 174799 h 2096984"/>
                <a:gd name="connsiteX5" fmla="*/ 1371601 w 2705987"/>
                <a:gd name="connsiteY5" fmla="*/ 1642091 h 2096984"/>
                <a:gd name="connsiteX6" fmla="*/ 1520456 w 2705987"/>
                <a:gd name="connsiteY6" fmla="*/ 2056761 h 2096984"/>
                <a:gd name="connsiteX7" fmla="*/ 1669312 w 2705987"/>
                <a:gd name="connsiteY7" fmla="*/ 2051445 h 2096984"/>
                <a:gd name="connsiteX8" fmla="*/ 1775638 w 2705987"/>
                <a:gd name="connsiteY8" fmla="*/ 1796263 h 2096984"/>
                <a:gd name="connsiteX9" fmla="*/ 1887280 w 2705987"/>
                <a:gd name="connsiteY9" fmla="*/ 1381593 h 2096984"/>
                <a:gd name="connsiteX10" fmla="*/ 1982973 w 2705987"/>
                <a:gd name="connsiteY10" fmla="*/ 1147677 h 2096984"/>
                <a:gd name="connsiteX11" fmla="*/ 2142461 w 2705987"/>
                <a:gd name="connsiteY11" fmla="*/ 1041351 h 2096984"/>
                <a:gd name="connsiteX12" fmla="*/ 2705987 w 2705987"/>
                <a:gd name="connsiteY12" fmla="*/ 1020086 h 2096984"/>
                <a:gd name="connsiteX0" fmla="*/ 0 w 2705987"/>
                <a:gd name="connsiteY0" fmla="*/ 1567663 h 2096984"/>
                <a:gd name="connsiteX1" fmla="*/ 345559 w 2705987"/>
                <a:gd name="connsiteY1" fmla="*/ 1562346 h 2096984"/>
                <a:gd name="connsiteX2" fmla="*/ 552893 w 2705987"/>
                <a:gd name="connsiteY2" fmla="*/ 1168942 h 2096984"/>
                <a:gd name="connsiteX3" fmla="*/ 834657 w 2705987"/>
                <a:gd name="connsiteY3" fmla="*/ 137584 h 2096984"/>
                <a:gd name="connsiteX4" fmla="*/ 1084521 w 2705987"/>
                <a:gd name="connsiteY4" fmla="*/ 174799 h 2096984"/>
                <a:gd name="connsiteX5" fmla="*/ 1371601 w 2705987"/>
                <a:gd name="connsiteY5" fmla="*/ 1642091 h 2096984"/>
                <a:gd name="connsiteX6" fmla="*/ 1520456 w 2705987"/>
                <a:gd name="connsiteY6" fmla="*/ 2056761 h 2096984"/>
                <a:gd name="connsiteX7" fmla="*/ 1669312 w 2705987"/>
                <a:gd name="connsiteY7" fmla="*/ 2051445 h 2096984"/>
                <a:gd name="connsiteX8" fmla="*/ 1775638 w 2705987"/>
                <a:gd name="connsiteY8" fmla="*/ 1796263 h 2096984"/>
                <a:gd name="connsiteX9" fmla="*/ 1887280 w 2705987"/>
                <a:gd name="connsiteY9" fmla="*/ 1381593 h 2096984"/>
                <a:gd name="connsiteX10" fmla="*/ 1982973 w 2705987"/>
                <a:gd name="connsiteY10" fmla="*/ 1147677 h 2096984"/>
                <a:gd name="connsiteX11" fmla="*/ 2142461 w 2705987"/>
                <a:gd name="connsiteY11" fmla="*/ 1041351 h 2096984"/>
                <a:gd name="connsiteX12" fmla="*/ 2705987 w 2705987"/>
                <a:gd name="connsiteY12" fmla="*/ 1020086 h 2096984"/>
                <a:gd name="connsiteX0" fmla="*/ 0 w 2705987"/>
                <a:gd name="connsiteY0" fmla="*/ 1567663 h 2096984"/>
                <a:gd name="connsiteX1" fmla="*/ 345559 w 2705987"/>
                <a:gd name="connsiteY1" fmla="*/ 1562346 h 2096984"/>
                <a:gd name="connsiteX2" fmla="*/ 552893 w 2705987"/>
                <a:gd name="connsiteY2" fmla="*/ 1168942 h 2096984"/>
                <a:gd name="connsiteX3" fmla="*/ 834657 w 2705987"/>
                <a:gd name="connsiteY3" fmla="*/ 137584 h 2096984"/>
                <a:gd name="connsiteX4" fmla="*/ 1084521 w 2705987"/>
                <a:gd name="connsiteY4" fmla="*/ 174799 h 2096984"/>
                <a:gd name="connsiteX5" fmla="*/ 1371601 w 2705987"/>
                <a:gd name="connsiteY5" fmla="*/ 1642091 h 2096984"/>
                <a:gd name="connsiteX6" fmla="*/ 1520456 w 2705987"/>
                <a:gd name="connsiteY6" fmla="*/ 2056761 h 2096984"/>
                <a:gd name="connsiteX7" fmla="*/ 1669312 w 2705987"/>
                <a:gd name="connsiteY7" fmla="*/ 2051445 h 2096984"/>
                <a:gd name="connsiteX8" fmla="*/ 1775638 w 2705987"/>
                <a:gd name="connsiteY8" fmla="*/ 1796263 h 2096984"/>
                <a:gd name="connsiteX9" fmla="*/ 1887280 w 2705987"/>
                <a:gd name="connsiteY9" fmla="*/ 1381593 h 2096984"/>
                <a:gd name="connsiteX10" fmla="*/ 1982973 w 2705987"/>
                <a:gd name="connsiteY10" fmla="*/ 1147677 h 2096984"/>
                <a:gd name="connsiteX11" fmla="*/ 2190308 w 2705987"/>
                <a:gd name="connsiteY11" fmla="*/ 1030718 h 2096984"/>
                <a:gd name="connsiteX12" fmla="*/ 2705987 w 2705987"/>
                <a:gd name="connsiteY12" fmla="*/ 1020086 h 2096984"/>
                <a:gd name="connsiteX0" fmla="*/ 0 w 2705987"/>
                <a:gd name="connsiteY0" fmla="*/ 1567663 h 2096984"/>
                <a:gd name="connsiteX1" fmla="*/ 345559 w 2705987"/>
                <a:gd name="connsiteY1" fmla="*/ 1562346 h 2096984"/>
                <a:gd name="connsiteX2" fmla="*/ 552893 w 2705987"/>
                <a:gd name="connsiteY2" fmla="*/ 1168942 h 2096984"/>
                <a:gd name="connsiteX3" fmla="*/ 834657 w 2705987"/>
                <a:gd name="connsiteY3" fmla="*/ 137584 h 2096984"/>
                <a:gd name="connsiteX4" fmla="*/ 1084521 w 2705987"/>
                <a:gd name="connsiteY4" fmla="*/ 174799 h 2096984"/>
                <a:gd name="connsiteX5" fmla="*/ 1371601 w 2705987"/>
                <a:gd name="connsiteY5" fmla="*/ 1642091 h 2096984"/>
                <a:gd name="connsiteX6" fmla="*/ 1520456 w 2705987"/>
                <a:gd name="connsiteY6" fmla="*/ 2056761 h 2096984"/>
                <a:gd name="connsiteX7" fmla="*/ 1669312 w 2705987"/>
                <a:gd name="connsiteY7" fmla="*/ 2051445 h 2096984"/>
                <a:gd name="connsiteX8" fmla="*/ 1775638 w 2705987"/>
                <a:gd name="connsiteY8" fmla="*/ 1796263 h 2096984"/>
                <a:gd name="connsiteX9" fmla="*/ 1887280 w 2705987"/>
                <a:gd name="connsiteY9" fmla="*/ 1381593 h 2096984"/>
                <a:gd name="connsiteX10" fmla="*/ 1982973 w 2705987"/>
                <a:gd name="connsiteY10" fmla="*/ 1147677 h 2096984"/>
                <a:gd name="connsiteX11" fmla="*/ 2190308 w 2705987"/>
                <a:gd name="connsiteY11" fmla="*/ 1030718 h 2096984"/>
                <a:gd name="connsiteX12" fmla="*/ 2705987 w 2705987"/>
                <a:gd name="connsiteY12" fmla="*/ 1020086 h 2096984"/>
                <a:gd name="connsiteX0" fmla="*/ 0 w 2700670"/>
                <a:gd name="connsiteY0" fmla="*/ 1567663 h 2096984"/>
                <a:gd name="connsiteX1" fmla="*/ 345559 w 2700670"/>
                <a:gd name="connsiteY1" fmla="*/ 1562346 h 2096984"/>
                <a:gd name="connsiteX2" fmla="*/ 552893 w 2700670"/>
                <a:gd name="connsiteY2" fmla="*/ 1168942 h 2096984"/>
                <a:gd name="connsiteX3" fmla="*/ 834657 w 2700670"/>
                <a:gd name="connsiteY3" fmla="*/ 137584 h 2096984"/>
                <a:gd name="connsiteX4" fmla="*/ 1084521 w 2700670"/>
                <a:gd name="connsiteY4" fmla="*/ 174799 h 2096984"/>
                <a:gd name="connsiteX5" fmla="*/ 1371601 w 2700670"/>
                <a:gd name="connsiteY5" fmla="*/ 1642091 h 2096984"/>
                <a:gd name="connsiteX6" fmla="*/ 1520456 w 2700670"/>
                <a:gd name="connsiteY6" fmla="*/ 2056761 h 2096984"/>
                <a:gd name="connsiteX7" fmla="*/ 1669312 w 2700670"/>
                <a:gd name="connsiteY7" fmla="*/ 2051445 h 2096984"/>
                <a:gd name="connsiteX8" fmla="*/ 1775638 w 2700670"/>
                <a:gd name="connsiteY8" fmla="*/ 1796263 h 2096984"/>
                <a:gd name="connsiteX9" fmla="*/ 1887280 w 2700670"/>
                <a:gd name="connsiteY9" fmla="*/ 1381593 h 2096984"/>
                <a:gd name="connsiteX10" fmla="*/ 1982973 w 2700670"/>
                <a:gd name="connsiteY10" fmla="*/ 1147677 h 2096984"/>
                <a:gd name="connsiteX11" fmla="*/ 2190308 w 2700670"/>
                <a:gd name="connsiteY11" fmla="*/ 1030718 h 2096984"/>
                <a:gd name="connsiteX12" fmla="*/ 2700670 w 2700670"/>
                <a:gd name="connsiteY12" fmla="*/ 1030718 h 2096984"/>
                <a:gd name="connsiteX0" fmla="*/ 0 w 2700670"/>
                <a:gd name="connsiteY0" fmla="*/ 1567663 h 2096984"/>
                <a:gd name="connsiteX1" fmla="*/ 345559 w 2700670"/>
                <a:gd name="connsiteY1" fmla="*/ 1562346 h 2096984"/>
                <a:gd name="connsiteX2" fmla="*/ 552893 w 2700670"/>
                <a:gd name="connsiteY2" fmla="*/ 1168942 h 2096984"/>
                <a:gd name="connsiteX3" fmla="*/ 834657 w 2700670"/>
                <a:gd name="connsiteY3" fmla="*/ 137584 h 2096984"/>
                <a:gd name="connsiteX4" fmla="*/ 1084521 w 2700670"/>
                <a:gd name="connsiteY4" fmla="*/ 174799 h 2096984"/>
                <a:gd name="connsiteX5" fmla="*/ 1371601 w 2700670"/>
                <a:gd name="connsiteY5" fmla="*/ 1642091 h 2096984"/>
                <a:gd name="connsiteX6" fmla="*/ 1520456 w 2700670"/>
                <a:gd name="connsiteY6" fmla="*/ 2056761 h 2096984"/>
                <a:gd name="connsiteX7" fmla="*/ 1669312 w 2700670"/>
                <a:gd name="connsiteY7" fmla="*/ 2051445 h 2096984"/>
                <a:gd name="connsiteX8" fmla="*/ 1775638 w 2700670"/>
                <a:gd name="connsiteY8" fmla="*/ 1796263 h 2096984"/>
                <a:gd name="connsiteX9" fmla="*/ 1887280 w 2700670"/>
                <a:gd name="connsiteY9" fmla="*/ 1381593 h 2096984"/>
                <a:gd name="connsiteX10" fmla="*/ 1982973 w 2700670"/>
                <a:gd name="connsiteY10" fmla="*/ 1147677 h 2096984"/>
                <a:gd name="connsiteX11" fmla="*/ 2190308 w 2700670"/>
                <a:gd name="connsiteY11" fmla="*/ 1030718 h 2096984"/>
                <a:gd name="connsiteX12" fmla="*/ 2700670 w 2700670"/>
                <a:gd name="connsiteY12" fmla="*/ 1030718 h 2096984"/>
                <a:gd name="connsiteX0" fmla="*/ 0 w 2705986"/>
                <a:gd name="connsiteY0" fmla="*/ 1567663 h 2096984"/>
                <a:gd name="connsiteX1" fmla="*/ 345559 w 2705986"/>
                <a:gd name="connsiteY1" fmla="*/ 1562346 h 2096984"/>
                <a:gd name="connsiteX2" fmla="*/ 552893 w 2705986"/>
                <a:gd name="connsiteY2" fmla="*/ 1168942 h 2096984"/>
                <a:gd name="connsiteX3" fmla="*/ 834657 w 2705986"/>
                <a:gd name="connsiteY3" fmla="*/ 137584 h 2096984"/>
                <a:gd name="connsiteX4" fmla="*/ 1084521 w 2705986"/>
                <a:gd name="connsiteY4" fmla="*/ 174799 h 2096984"/>
                <a:gd name="connsiteX5" fmla="*/ 1371601 w 2705986"/>
                <a:gd name="connsiteY5" fmla="*/ 1642091 h 2096984"/>
                <a:gd name="connsiteX6" fmla="*/ 1520456 w 2705986"/>
                <a:gd name="connsiteY6" fmla="*/ 2056761 h 2096984"/>
                <a:gd name="connsiteX7" fmla="*/ 1669312 w 2705986"/>
                <a:gd name="connsiteY7" fmla="*/ 2051445 h 2096984"/>
                <a:gd name="connsiteX8" fmla="*/ 1775638 w 2705986"/>
                <a:gd name="connsiteY8" fmla="*/ 1796263 h 2096984"/>
                <a:gd name="connsiteX9" fmla="*/ 1887280 w 2705986"/>
                <a:gd name="connsiteY9" fmla="*/ 1381593 h 2096984"/>
                <a:gd name="connsiteX10" fmla="*/ 1982973 w 2705986"/>
                <a:gd name="connsiteY10" fmla="*/ 1147677 h 2096984"/>
                <a:gd name="connsiteX11" fmla="*/ 2190308 w 2705986"/>
                <a:gd name="connsiteY11" fmla="*/ 1030718 h 2096984"/>
                <a:gd name="connsiteX12" fmla="*/ 2705986 w 2705986"/>
                <a:gd name="connsiteY12" fmla="*/ 1025402 h 2096984"/>
                <a:gd name="connsiteX0" fmla="*/ 0 w 2705986"/>
                <a:gd name="connsiteY0" fmla="*/ 1595778 h 2125099"/>
                <a:gd name="connsiteX1" fmla="*/ 345559 w 2705986"/>
                <a:gd name="connsiteY1" fmla="*/ 1590461 h 2125099"/>
                <a:gd name="connsiteX2" fmla="*/ 552893 w 2705986"/>
                <a:gd name="connsiteY2" fmla="*/ 1197057 h 2125099"/>
                <a:gd name="connsiteX3" fmla="*/ 834657 w 2705986"/>
                <a:gd name="connsiteY3" fmla="*/ 165699 h 2125099"/>
                <a:gd name="connsiteX4" fmla="*/ 1069292 w 2705986"/>
                <a:gd name="connsiteY4" fmla="*/ 156419 h 2125099"/>
                <a:gd name="connsiteX5" fmla="*/ 1371601 w 2705986"/>
                <a:gd name="connsiteY5" fmla="*/ 1670206 h 2125099"/>
                <a:gd name="connsiteX6" fmla="*/ 1520456 w 2705986"/>
                <a:gd name="connsiteY6" fmla="*/ 2084876 h 2125099"/>
                <a:gd name="connsiteX7" fmla="*/ 1669312 w 2705986"/>
                <a:gd name="connsiteY7" fmla="*/ 2079560 h 2125099"/>
                <a:gd name="connsiteX8" fmla="*/ 1775638 w 2705986"/>
                <a:gd name="connsiteY8" fmla="*/ 1824378 h 2125099"/>
                <a:gd name="connsiteX9" fmla="*/ 1887280 w 2705986"/>
                <a:gd name="connsiteY9" fmla="*/ 1409708 h 2125099"/>
                <a:gd name="connsiteX10" fmla="*/ 1982973 w 2705986"/>
                <a:gd name="connsiteY10" fmla="*/ 1175792 h 2125099"/>
                <a:gd name="connsiteX11" fmla="*/ 2190308 w 2705986"/>
                <a:gd name="connsiteY11" fmla="*/ 1058833 h 2125099"/>
                <a:gd name="connsiteX12" fmla="*/ 2705986 w 2705986"/>
                <a:gd name="connsiteY12" fmla="*/ 1053517 h 2125099"/>
                <a:gd name="connsiteX0" fmla="*/ 0 w 2705986"/>
                <a:gd name="connsiteY0" fmla="*/ 1553155 h 2082476"/>
                <a:gd name="connsiteX1" fmla="*/ 345559 w 2705986"/>
                <a:gd name="connsiteY1" fmla="*/ 1547838 h 2082476"/>
                <a:gd name="connsiteX2" fmla="*/ 552893 w 2705986"/>
                <a:gd name="connsiteY2" fmla="*/ 1154434 h 2082476"/>
                <a:gd name="connsiteX3" fmla="*/ 834657 w 2705986"/>
                <a:gd name="connsiteY3" fmla="*/ 123076 h 2082476"/>
                <a:gd name="connsiteX4" fmla="*/ 1069292 w 2705986"/>
                <a:gd name="connsiteY4" fmla="*/ 113796 h 2082476"/>
                <a:gd name="connsiteX5" fmla="*/ 1371601 w 2705986"/>
                <a:gd name="connsiteY5" fmla="*/ 1627583 h 2082476"/>
                <a:gd name="connsiteX6" fmla="*/ 1520456 w 2705986"/>
                <a:gd name="connsiteY6" fmla="*/ 2042253 h 2082476"/>
                <a:gd name="connsiteX7" fmla="*/ 1669312 w 2705986"/>
                <a:gd name="connsiteY7" fmla="*/ 2036937 h 2082476"/>
                <a:gd name="connsiteX8" fmla="*/ 1775638 w 2705986"/>
                <a:gd name="connsiteY8" fmla="*/ 1781755 h 2082476"/>
                <a:gd name="connsiteX9" fmla="*/ 1887280 w 2705986"/>
                <a:gd name="connsiteY9" fmla="*/ 1367085 h 2082476"/>
                <a:gd name="connsiteX10" fmla="*/ 1982973 w 2705986"/>
                <a:gd name="connsiteY10" fmla="*/ 1133169 h 2082476"/>
                <a:gd name="connsiteX11" fmla="*/ 2190308 w 2705986"/>
                <a:gd name="connsiteY11" fmla="*/ 1016210 h 2082476"/>
                <a:gd name="connsiteX12" fmla="*/ 2705986 w 2705986"/>
                <a:gd name="connsiteY12" fmla="*/ 1010894 h 2082476"/>
                <a:gd name="connsiteX0" fmla="*/ 0 w 2705986"/>
                <a:gd name="connsiteY0" fmla="*/ 1536070 h 2065391"/>
                <a:gd name="connsiteX1" fmla="*/ 345559 w 2705986"/>
                <a:gd name="connsiteY1" fmla="*/ 1530753 h 2065391"/>
                <a:gd name="connsiteX2" fmla="*/ 552893 w 2705986"/>
                <a:gd name="connsiteY2" fmla="*/ 1137349 h 2065391"/>
                <a:gd name="connsiteX3" fmla="*/ 834657 w 2705986"/>
                <a:gd name="connsiteY3" fmla="*/ 105991 h 2065391"/>
                <a:gd name="connsiteX4" fmla="*/ 1069292 w 2705986"/>
                <a:gd name="connsiteY4" fmla="*/ 96711 h 2065391"/>
                <a:gd name="connsiteX5" fmla="*/ 1371601 w 2705986"/>
                <a:gd name="connsiteY5" fmla="*/ 1610498 h 2065391"/>
                <a:gd name="connsiteX6" fmla="*/ 1520456 w 2705986"/>
                <a:gd name="connsiteY6" fmla="*/ 2025168 h 2065391"/>
                <a:gd name="connsiteX7" fmla="*/ 1669312 w 2705986"/>
                <a:gd name="connsiteY7" fmla="*/ 2019852 h 2065391"/>
                <a:gd name="connsiteX8" fmla="*/ 1775638 w 2705986"/>
                <a:gd name="connsiteY8" fmla="*/ 1764670 h 2065391"/>
                <a:gd name="connsiteX9" fmla="*/ 1887280 w 2705986"/>
                <a:gd name="connsiteY9" fmla="*/ 1350000 h 2065391"/>
                <a:gd name="connsiteX10" fmla="*/ 1982973 w 2705986"/>
                <a:gd name="connsiteY10" fmla="*/ 1116084 h 2065391"/>
                <a:gd name="connsiteX11" fmla="*/ 2190308 w 2705986"/>
                <a:gd name="connsiteY11" fmla="*/ 999125 h 2065391"/>
                <a:gd name="connsiteX12" fmla="*/ 2705986 w 2705986"/>
                <a:gd name="connsiteY12" fmla="*/ 993809 h 2065391"/>
                <a:gd name="connsiteX0" fmla="*/ 0 w 2705986"/>
                <a:gd name="connsiteY0" fmla="*/ 1533010 h 2062331"/>
                <a:gd name="connsiteX1" fmla="*/ 345559 w 2705986"/>
                <a:gd name="connsiteY1" fmla="*/ 1527693 h 2062331"/>
                <a:gd name="connsiteX2" fmla="*/ 552893 w 2705986"/>
                <a:gd name="connsiteY2" fmla="*/ 1134289 h 2062331"/>
                <a:gd name="connsiteX3" fmla="*/ 834657 w 2705986"/>
                <a:gd name="connsiteY3" fmla="*/ 102931 h 2062331"/>
                <a:gd name="connsiteX4" fmla="*/ 1069292 w 2705986"/>
                <a:gd name="connsiteY4" fmla="*/ 93651 h 2062331"/>
                <a:gd name="connsiteX5" fmla="*/ 1371601 w 2705986"/>
                <a:gd name="connsiteY5" fmla="*/ 1607438 h 2062331"/>
                <a:gd name="connsiteX6" fmla="*/ 1520456 w 2705986"/>
                <a:gd name="connsiteY6" fmla="*/ 2022108 h 2062331"/>
                <a:gd name="connsiteX7" fmla="*/ 1669312 w 2705986"/>
                <a:gd name="connsiteY7" fmla="*/ 2016792 h 2062331"/>
                <a:gd name="connsiteX8" fmla="*/ 1775638 w 2705986"/>
                <a:gd name="connsiteY8" fmla="*/ 1761610 h 2062331"/>
                <a:gd name="connsiteX9" fmla="*/ 1887280 w 2705986"/>
                <a:gd name="connsiteY9" fmla="*/ 1346940 h 2062331"/>
                <a:gd name="connsiteX10" fmla="*/ 1982973 w 2705986"/>
                <a:gd name="connsiteY10" fmla="*/ 1113024 h 2062331"/>
                <a:gd name="connsiteX11" fmla="*/ 2190308 w 2705986"/>
                <a:gd name="connsiteY11" fmla="*/ 996065 h 2062331"/>
                <a:gd name="connsiteX12" fmla="*/ 2705986 w 2705986"/>
                <a:gd name="connsiteY12" fmla="*/ 990749 h 2062331"/>
                <a:gd name="connsiteX0" fmla="*/ 0 w 2705986"/>
                <a:gd name="connsiteY0" fmla="*/ 1591053 h 2110797"/>
                <a:gd name="connsiteX1" fmla="*/ 345559 w 2705986"/>
                <a:gd name="connsiteY1" fmla="*/ 1585736 h 2110797"/>
                <a:gd name="connsiteX2" fmla="*/ 552893 w 2705986"/>
                <a:gd name="connsiteY2" fmla="*/ 1192332 h 2110797"/>
                <a:gd name="connsiteX3" fmla="*/ 834657 w 2705986"/>
                <a:gd name="connsiteY3" fmla="*/ 160974 h 2110797"/>
                <a:gd name="connsiteX4" fmla="*/ 1069292 w 2705986"/>
                <a:gd name="connsiteY4" fmla="*/ 151694 h 2110797"/>
                <a:gd name="connsiteX5" fmla="*/ 1417288 w 2705986"/>
                <a:gd name="connsiteY5" fmla="*/ 1804966 h 2110797"/>
                <a:gd name="connsiteX6" fmla="*/ 1520456 w 2705986"/>
                <a:gd name="connsiteY6" fmla="*/ 2080151 h 2110797"/>
                <a:gd name="connsiteX7" fmla="*/ 1669312 w 2705986"/>
                <a:gd name="connsiteY7" fmla="*/ 2074835 h 2110797"/>
                <a:gd name="connsiteX8" fmla="*/ 1775638 w 2705986"/>
                <a:gd name="connsiteY8" fmla="*/ 1819653 h 2110797"/>
                <a:gd name="connsiteX9" fmla="*/ 1887280 w 2705986"/>
                <a:gd name="connsiteY9" fmla="*/ 1404983 h 2110797"/>
                <a:gd name="connsiteX10" fmla="*/ 1982973 w 2705986"/>
                <a:gd name="connsiteY10" fmla="*/ 1171067 h 2110797"/>
                <a:gd name="connsiteX11" fmla="*/ 2190308 w 2705986"/>
                <a:gd name="connsiteY11" fmla="*/ 1054108 h 2110797"/>
                <a:gd name="connsiteX12" fmla="*/ 2705986 w 2705986"/>
                <a:gd name="connsiteY12" fmla="*/ 1048792 h 2110797"/>
                <a:gd name="connsiteX0" fmla="*/ 0 w 2705986"/>
                <a:gd name="connsiteY0" fmla="*/ 1591053 h 2110797"/>
                <a:gd name="connsiteX1" fmla="*/ 345559 w 2705986"/>
                <a:gd name="connsiteY1" fmla="*/ 1585736 h 2110797"/>
                <a:gd name="connsiteX2" fmla="*/ 552893 w 2705986"/>
                <a:gd name="connsiteY2" fmla="*/ 1192332 h 2110797"/>
                <a:gd name="connsiteX3" fmla="*/ 834657 w 2705986"/>
                <a:gd name="connsiteY3" fmla="*/ 160974 h 2110797"/>
                <a:gd name="connsiteX4" fmla="*/ 1069292 w 2705986"/>
                <a:gd name="connsiteY4" fmla="*/ 151694 h 2110797"/>
                <a:gd name="connsiteX5" fmla="*/ 1417288 w 2705986"/>
                <a:gd name="connsiteY5" fmla="*/ 1804966 h 2110797"/>
                <a:gd name="connsiteX6" fmla="*/ 1520456 w 2705986"/>
                <a:gd name="connsiteY6" fmla="*/ 2080151 h 2110797"/>
                <a:gd name="connsiteX7" fmla="*/ 1722613 w 2705986"/>
                <a:gd name="connsiteY7" fmla="*/ 2074835 h 2110797"/>
                <a:gd name="connsiteX8" fmla="*/ 1775638 w 2705986"/>
                <a:gd name="connsiteY8" fmla="*/ 1819653 h 2110797"/>
                <a:gd name="connsiteX9" fmla="*/ 1887280 w 2705986"/>
                <a:gd name="connsiteY9" fmla="*/ 1404983 h 2110797"/>
                <a:gd name="connsiteX10" fmla="*/ 1982973 w 2705986"/>
                <a:gd name="connsiteY10" fmla="*/ 1171067 h 2110797"/>
                <a:gd name="connsiteX11" fmla="*/ 2190308 w 2705986"/>
                <a:gd name="connsiteY11" fmla="*/ 1054108 h 2110797"/>
                <a:gd name="connsiteX12" fmla="*/ 2705986 w 2705986"/>
                <a:gd name="connsiteY12" fmla="*/ 1048792 h 2110797"/>
                <a:gd name="connsiteX0" fmla="*/ 0 w 2705986"/>
                <a:gd name="connsiteY0" fmla="*/ 1591053 h 2115003"/>
                <a:gd name="connsiteX1" fmla="*/ 345559 w 2705986"/>
                <a:gd name="connsiteY1" fmla="*/ 1585736 h 2115003"/>
                <a:gd name="connsiteX2" fmla="*/ 552893 w 2705986"/>
                <a:gd name="connsiteY2" fmla="*/ 1192332 h 2115003"/>
                <a:gd name="connsiteX3" fmla="*/ 834657 w 2705986"/>
                <a:gd name="connsiteY3" fmla="*/ 160974 h 2115003"/>
                <a:gd name="connsiteX4" fmla="*/ 1069292 w 2705986"/>
                <a:gd name="connsiteY4" fmla="*/ 151694 h 2115003"/>
                <a:gd name="connsiteX5" fmla="*/ 1417288 w 2705986"/>
                <a:gd name="connsiteY5" fmla="*/ 1804966 h 2115003"/>
                <a:gd name="connsiteX6" fmla="*/ 1520456 w 2705986"/>
                <a:gd name="connsiteY6" fmla="*/ 2080151 h 2115003"/>
                <a:gd name="connsiteX7" fmla="*/ 1669312 w 2705986"/>
                <a:gd name="connsiteY7" fmla="*/ 2082584 h 2115003"/>
                <a:gd name="connsiteX8" fmla="*/ 1775638 w 2705986"/>
                <a:gd name="connsiteY8" fmla="*/ 1819653 h 2115003"/>
                <a:gd name="connsiteX9" fmla="*/ 1887280 w 2705986"/>
                <a:gd name="connsiteY9" fmla="*/ 1404983 h 2115003"/>
                <a:gd name="connsiteX10" fmla="*/ 1982973 w 2705986"/>
                <a:gd name="connsiteY10" fmla="*/ 1171067 h 2115003"/>
                <a:gd name="connsiteX11" fmla="*/ 2190308 w 2705986"/>
                <a:gd name="connsiteY11" fmla="*/ 1054108 h 2115003"/>
                <a:gd name="connsiteX12" fmla="*/ 2705986 w 2705986"/>
                <a:gd name="connsiteY12" fmla="*/ 1048792 h 2115003"/>
                <a:gd name="connsiteX0" fmla="*/ 0 w 2705986"/>
                <a:gd name="connsiteY0" fmla="*/ 1591053 h 2115003"/>
                <a:gd name="connsiteX1" fmla="*/ 345559 w 2705986"/>
                <a:gd name="connsiteY1" fmla="*/ 1585736 h 2115003"/>
                <a:gd name="connsiteX2" fmla="*/ 552893 w 2705986"/>
                <a:gd name="connsiteY2" fmla="*/ 1192332 h 2115003"/>
                <a:gd name="connsiteX3" fmla="*/ 834657 w 2705986"/>
                <a:gd name="connsiteY3" fmla="*/ 160974 h 2115003"/>
                <a:gd name="connsiteX4" fmla="*/ 1069292 w 2705986"/>
                <a:gd name="connsiteY4" fmla="*/ 151694 h 2115003"/>
                <a:gd name="connsiteX5" fmla="*/ 1417288 w 2705986"/>
                <a:gd name="connsiteY5" fmla="*/ 1804966 h 2115003"/>
                <a:gd name="connsiteX6" fmla="*/ 1520456 w 2705986"/>
                <a:gd name="connsiteY6" fmla="*/ 2080151 h 2115003"/>
                <a:gd name="connsiteX7" fmla="*/ 1669312 w 2705986"/>
                <a:gd name="connsiteY7" fmla="*/ 2082584 h 2115003"/>
                <a:gd name="connsiteX8" fmla="*/ 1775638 w 2705986"/>
                <a:gd name="connsiteY8" fmla="*/ 1819653 h 2115003"/>
                <a:gd name="connsiteX9" fmla="*/ 1887280 w 2705986"/>
                <a:gd name="connsiteY9" fmla="*/ 1404983 h 2115003"/>
                <a:gd name="connsiteX10" fmla="*/ 1982973 w 2705986"/>
                <a:gd name="connsiteY10" fmla="*/ 1171067 h 2115003"/>
                <a:gd name="connsiteX11" fmla="*/ 2190308 w 2705986"/>
                <a:gd name="connsiteY11" fmla="*/ 1054108 h 2115003"/>
                <a:gd name="connsiteX12" fmla="*/ 2705986 w 2705986"/>
                <a:gd name="connsiteY12" fmla="*/ 1048792 h 2115003"/>
                <a:gd name="connsiteX0" fmla="*/ 0 w 2705986"/>
                <a:gd name="connsiteY0" fmla="*/ 1591053 h 2115003"/>
                <a:gd name="connsiteX1" fmla="*/ 345559 w 2705986"/>
                <a:gd name="connsiteY1" fmla="*/ 1585736 h 2115003"/>
                <a:gd name="connsiteX2" fmla="*/ 552893 w 2705986"/>
                <a:gd name="connsiteY2" fmla="*/ 1192332 h 2115003"/>
                <a:gd name="connsiteX3" fmla="*/ 834657 w 2705986"/>
                <a:gd name="connsiteY3" fmla="*/ 160974 h 2115003"/>
                <a:gd name="connsiteX4" fmla="*/ 1069292 w 2705986"/>
                <a:gd name="connsiteY4" fmla="*/ 151694 h 2115003"/>
                <a:gd name="connsiteX5" fmla="*/ 1417288 w 2705986"/>
                <a:gd name="connsiteY5" fmla="*/ 1804966 h 2115003"/>
                <a:gd name="connsiteX6" fmla="*/ 1520456 w 2705986"/>
                <a:gd name="connsiteY6" fmla="*/ 2080151 h 2115003"/>
                <a:gd name="connsiteX7" fmla="*/ 1678770 w 2705986"/>
                <a:gd name="connsiteY7" fmla="*/ 2082584 h 2115003"/>
                <a:gd name="connsiteX8" fmla="*/ 1775638 w 2705986"/>
                <a:gd name="connsiteY8" fmla="*/ 1819653 h 2115003"/>
                <a:gd name="connsiteX9" fmla="*/ 1887280 w 2705986"/>
                <a:gd name="connsiteY9" fmla="*/ 1404983 h 2115003"/>
                <a:gd name="connsiteX10" fmla="*/ 1982973 w 2705986"/>
                <a:gd name="connsiteY10" fmla="*/ 1171067 h 2115003"/>
                <a:gd name="connsiteX11" fmla="*/ 2190308 w 2705986"/>
                <a:gd name="connsiteY11" fmla="*/ 1054108 h 2115003"/>
                <a:gd name="connsiteX12" fmla="*/ 2705986 w 2705986"/>
                <a:gd name="connsiteY12" fmla="*/ 1048792 h 2115003"/>
                <a:gd name="connsiteX0" fmla="*/ 0 w 2705986"/>
                <a:gd name="connsiteY0" fmla="*/ 1591053 h 2115003"/>
                <a:gd name="connsiteX1" fmla="*/ 345559 w 2705986"/>
                <a:gd name="connsiteY1" fmla="*/ 1585736 h 2115003"/>
                <a:gd name="connsiteX2" fmla="*/ 552893 w 2705986"/>
                <a:gd name="connsiteY2" fmla="*/ 1192332 h 2115003"/>
                <a:gd name="connsiteX3" fmla="*/ 834657 w 2705986"/>
                <a:gd name="connsiteY3" fmla="*/ 160974 h 2115003"/>
                <a:gd name="connsiteX4" fmla="*/ 1069292 w 2705986"/>
                <a:gd name="connsiteY4" fmla="*/ 151694 h 2115003"/>
                <a:gd name="connsiteX5" fmla="*/ 1417288 w 2705986"/>
                <a:gd name="connsiteY5" fmla="*/ 1804966 h 2115003"/>
                <a:gd name="connsiteX6" fmla="*/ 1520456 w 2705986"/>
                <a:gd name="connsiteY6" fmla="*/ 2080151 h 2115003"/>
                <a:gd name="connsiteX7" fmla="*/ 1678770 w 2705986"/>
                <a:gd name="connsiteY7" fmla="*/ 2082584 h 2115003"/>
                <a:gd name="connsiteX8" fmla="*/ 1775638 w 2705986"/>
                <a:gd name="connsiteY8" fmla="*/ 1819653 h 2115003"/>
                <a:gd name="connsiteX9" fmla="*/ 1887280 w 2705986"/>
                <a:gd name="connsiteY9" fmla="*/ 1404983 h 2115003"/>
                <a:gd name="connsiteX10" fmla="*/ 1982973 w 2705986"/>
                <a:gd name="connsiteY10" fmla="*/ 1171067 h 2115003"/>
                <a:gd name="connsiteX11" fmla="*/ 2190308 w 2705986"/>
                <a:gd name="connsiteY11" fmla="*/ 1054108 h 2115003"/>
                <a:gd name="connsiteX12" fmla="*/ 2705986 w 2705986"/>
                <a:gd name="connsiteY12" fmla="*/ 1048792 h 2115003"/>
                <a:gd name="connsiteX0" fmla="*/ 0 w 2705986"/>
                <a:gd name="connsiteY0" fmla="*/ 1591053 h 2115003"/>
                <a:gd name="connsiteX1" fmla="*/ 345559 w 2705986"/>
                <a:gd name="connsiteY1" fmla="*/ 1585736 h 2115003"/>
                <a:gd name="connsiteX2" fmla="*/ 552893 w 2705986"/>
                <a:gd name="connsiteY2" fmla="*/ 1192332 h 2115003"/>
                <a:gd name="connsiteX3" fmla="*/ 834657 w 2705986"/>
                <a:gd name="connsiteY3" fmla="*/ 160974 h 2115003"/>
                <a:gd name="connsiteX4" fmla="*/ 1069292 w 2705986"/>
                <a:gd name="connsiteY4" fmla="*/ 151694 h 2115003"/>
                <a:gd name="connsiteX5" fmla="*/ 1417288 w 2705986"/>
                <a:gd name="connsiteY5" fmla="*/ 1804966 h 2115003"/>
                <a:gd name="connsiteX6" fmla="*/ 1520456 w 2705986"/>
                <a:gd name="connsiteY6" fmla="*/ 2080151 h 2115003"/>
                <a:gd name="connsiteX7" fmla="*/ 1678770 w 2705986"/>
                <a:gd name="connsiteY7" fmla="*/ 2082584 h 2115003"/>
                <a:gd name="connsiteX8" fmla="*/ 1775638 w 2705986"/>
                <a:gd name="connsiteY8" fmla="*/ 1819653 h 2115003"/>
                <a:gd name="connsiteX9" fmla="*/ 1982973 w 2705986"/>
                <a:gd name="connsiteY9" fmla="*/ 1171067 h 2115003"/>
                <a:gd name="connsiteX10" fmla="*/ 2190308 w 2705986"/>
                <a:gd name="connsiteY10" fmla="*/ 1054108 h 2115003"/>
                <a:gd name="connsiteX11" fmla="*/ 2705986 w 2705986"/>
                <a:gd name="connsiteY11" fmla="*/ 1048792 h 2115003"/>
                <a:gd name="connsiteX0" fmla="*/ 0 w 2705986"/>
                <a:gd name="connsiteY0" fmla="*/ 1591053 h 2122928"/>
                <a:gd name="connsiteX1" fmla="*/ 345559 w 2705986"/>
                <a:gd name="connsiteY1" fmla="*/ 1585736 h 2122928"/>
                <a:gd name="connsiteX2" fmla="*/ 552893 w 2705986"/>
                <a:gd name="connsiteY2" fmla="*/ 1192332 h 2122928"/>
                <a:gd name="connsiteX3" fmla="*/ 834657 w 2705986"/>
                <a:gd name="connsiteY3" fmla="*/ 160974 h 2122928"/>
                <a:gd name="connsiteX4" fmla="*/ 1069292 w 2705986"/>
                <a:gd name="connsiteY4" fmla="*/ 151694 h 2122928"/>
                <a:gd name="connsiteX5" fmla="*/ 1417288 w 2705986"/>
                <a:gd name="connsiteY5" fmla="*/ 1804966 h 2122928"/>
                <a:gd name="connsiteX6" fmla="*/ 1520456 w 2705986"/>
                <a:gd name="connsiteY6" fmla="*/ 2080151 h 2122928"/>
                <a:gd name="connsiteX7" fmla="*/ 1678770 w 2705986"/>
                <a:gd name="connsiteY7" fmla="*/ 2082584 h 2122928"/>
                <a:gd name="connsiteX8" fmla="*/ 1827657 w 2705986"/>
                <a:gd name="connsiteY8" fmla="*/ 1699337 h 2122928"/>
                <a:gd name="connsiteX9" fmla="*/ 1982973 w 2705986"/>
                <a:gd name="connsiteY9" fmla="*/ 1171067 h 2122928"/>
                <a:gd name="connsiteX10" fmla="*/ 2190308 w 2705986"/>
                <a:gd name="connsiteY10" fmla="*/ 1054108 h 2122928"/>
                <a:gd name="connsiteX11" fmla="*/ 2705986 w 2705986"/>
                <a:gd name="connsiteY11" fmla="*/ 1048792 h 2122928"/>
                <a:gd name="connsiteX0" fmla="*/ 0 w 2705986"/>
                <a:gd name="connsiteY0" fmla="*/ 1585551 h 2121895"/>
                <a:gd name="connsiteX1" fmla="*/ 345559 w 2705986"/>
                <a:gd name="connsiteY1" fmla="*/ 1580234 h 2121895"/>
                <a:gd name="connsiteX2" fmla="*/ 552893 w 2705986"/>
                <a:gd name="connsiteY2" fmla="*/ 1186830 h 2121895"/>
                <a:gd name="connsiteX3" fmla="*/ 834657 w 2705986"/>
                <a:gd name="connsiteY3" fmla="*/ 155472 h 2121895"/>
                <a:gd name="connsiteX4" fmla="*/ 1069292 w 2705986"/>
                <a:gd name="connsiteY4" fmla="*/ 146192 h 2121895"/>
                <a:gd name="connsiteX5" fmla="*/ 1403102 w 2705986"/>
                <a:gd name="connsiteY5" fmla="*/ 1722461 h 2121895"/>
                <a:gd name="connsiteX6" fmla="*/ 1520456 w 2705986"/>
                <a:gd name="connsiteY6" fmla="*/ 2074649 h 2121895"/>
                <a:gd name="connsiteX7" fmla="*/ 1678770 w 2705986"/>
                <a:gd name="connsiteY7" fmla="*/ 2077082 h 2121895"/>
                <a:gd name="connsiteX8" fmla="*/ 1827657 w 2705986"/>
                <a:gd name="connsiteY8" fmla="*/ 1693835 h 2121895"/>
                <a:gd name="connsiteX9" fmla="*/ 1982973 w 2705986"/>
                <a:gd name="connsiteY9" fmla="*/ 1165565 h 2121895"/>
                <a:gd name="connsiteX10" fmla="*/ 2190308 w 2705986"/>
                <a:gd name="connsiteY10" fmla="*/ 1048606 h 2121895"/>
                <a:gd name="connsiteX11" fmla="*/ 2705986 w 2705986"/>
                <a:gd name="connsiteY11" fmla="*/ 1043290 h 2121895"/>
                <a:gd name="connsiteX0" fmla="*/ 0 w 2705986"/>
                <a:gd name="connsiteY0" fmla="*/ 1581779 h 2121367"/>
                <a:gd name="connsiteX1" fmla="*/ 345559 w 2705986"/>
                <a:gd name="connsiteY1" fmla="*/ 1576462 h 2121367"/>
                <a:gd name="connsiteX2" fmla="*/ 552893 w 2705986"/>
                <a:gd name="connsiteY2" fmla="*/ 1183058 h 2121367"/>
                <a:gd name="connsiteX3" fmla="*/ 834657 w 2705986"/>
                <a:gd name="connsiteY3" fmla="*/ 151700 h 2121367"/>
                <a:gd name="connsiteX4" fmla="*/ 1069292 w 2705986"/>
                <a:gd name="connsiteY4" fmla="*/ 142420 h 2121367"/>
                <a:gd name="connsiteX5" fmla="*/ 1403102 w 2705986"/>
                <a:gd name="connsiteY5" fmla="*/ 1665750 h 2121367"/>
                <a:gd name="connsiteX6" fmla="*/ 1520456 w 2705986"/>
                <a:gd name="connsiteY6" fmla="*/ 2070877 h 2121367"/>
                <a:gd name="connsiteX7" fmla="*/ 1678770 w 2705986"/>
                <a:gd name="connsiteY7" fmla="*/ 2073310 h 2121367"/>
                <a:gd name="connsiteX8" fmla="*/ 1827657 w 2705986"/>
                <a:gd name="connsiteY8" fmla="*/ 1690063 h 2121367"/>
                <a:gd name="connsiteX9" fmla="*/ 1982973 w 2705986"/>
                <a:gd name="connsiteY9" fmla="*/ 1161793 h 2121367"/>
                <a:gd name="connsiteX10" fmla="*/ 2190308 w 2705986"/>
                <a:gd name="connsiteY10" fmla="*/ 1044834 h 2121367"/>
                <a:gd name="connsiteX11" fmla="*/ 2705986 w 2705986"/>
                <a:gd name="connsiteY11" fmla="*/ 1039518 h 2121367"/>
                <a:gd name="connsiteX0" fmla="*/ 0 w 2705986"/>
                <a:gd name="connsiteY0" fmla="*/ 1582121 h 2121409"/>
                <a:gd name="connsiteX1" fmla="*/ 345559 w 2705986"/>
                <a:gd name="connsiteY1" fmla="*/ 1576804 h 2121409"/>
                <a:gd name="connsiteX2" fmla="*/ 552893 w 2705986"/>
                <a:gd name="connsiteY2" fmla="*/ 1183400 h 2121409"/>
                <a:gd name="connsiteX3" fmla="*/ 834657 w 2705986"/>
                <a:gd name="connsiteY3" fmla="*/ 152042 h 2121409"/>
                <a:gd name="connsiteX4" fmla="*/ 1069292 w 2705986"/>
                <a:gd name="connsiteY4" fmla="*/ 142762 h 2121409"/>
                <a:gd name="connsiteX5" fmla="*/ 1379456 w 2705986"/>
                <a:gd name="connsiteY5" fmla="*/ 1670905 h 2121409"/>
                <a:gd name="connsiteX6" fmla="*/ 1520456 w 2705986"/>
                <a:gd name="connsiteY6" fmla="*/ 2071219 h 2121409"/>
                <a:gd name="connsiteX7" fmla="*/ 1678770 w 2705986"/>
                <a:gd name="connsiteY7" fmla="*/ 2073652 h 2121409"/>
                <a:gd name="connsiteX8" fmla="*/ 1827657 w 2705986"/>
                <a:gd name="connsiteY8" fmla="*/ 1690405 h 2121409"/>
                <a:gd name="connsiteX9" fmla="*/ 1982973 w 2705986"/>
                <a:gd name="connsiteY9" fmla="*/ 1162135 h 2121409"/>
                <a:gd name="connsiteX10" fmla="*/ 2190308 w 2705986"/>
                <a:gd name="connsiteY10" fmla="*/ 1045176 h 2121409"/>
                <a:gd name="connsiteX11" fmla="*/ 2705986 w 2705986"/>
                <a:gd name="connsiteY11" fmla="*/ 1039860 h 2121409"/>
                <a:gd name="connsiteX0" fmla="*/ 0 w 2705986"/>
                <a:gd name="connsiteY0" fmla="*/ 1582121 h 2118773"/>
                <a:gd name="connsiteX1" fmla="*/ 345559 w 2705986"/>
                <a:gd name="connsiteY1" fmla="*/ 1576804 h 2118773"/>
                <a:gd name="connsiteX2" fmla="*/ 552893 w 2705986"/>
                <a:gd name="connsiteY2" fmla="*/ 1183400 h 2118773"/>
                <a:gd name="connsiteX3" fmla="*/ 834657 w 2705986"/>
                <a:gd name="connsiteY3" fmla="*/ 152042 h 2118773"/>
                <a:gd name="connsiteX4" fmla="*/ 1069292 w 2705986"/>
                <a:gd name="connsiteY4" fmla="*/ 142762 h 2118773"/>
                <a:gd name="connsiteX5" fmla="*/ 1379456 w 2705986"/>
                <a:gd name="connsiteY5" fmla="*/ 1670905 h 2118773"/>
                <a:gd name="connsiteX6" fmla="*/ 1496811 w 2705986"/>
                <a:gd name="connsiteY6" fmla="*/ 2066406 h 2118773"/>
                <a:gd name="connsiteX7" fmla="*/ 1678770 w 2705986"/>
                <a:gd name="connsiteY7" fmla="*/ 2073652 h 2118773"/>
                <a:gd name="connsiteX8" fmla="*/ 1827657 w 2705986"/>
                <a:gd name="connsiteY8" fmla="*/ 1690405 h 2118773"/>
                <a:gd name="connsiteX9" fmla="*/ 1982973 w 2705986"/>
                <a:gd name="connsiteY9" fmla="*/ 1162135 h 2118773"/>
                <a:gd name="connsiteX10" fmla="*/ 2190308 w 2705986"/>
                <a:gd name="connsiteY10" fmla="*/ 1045176 h 2118773"/>
                <a:gd name="connsiteX11" fmla="*/ 2705986 w 2705986"/>
                <a:gd name="connsiteY11" fmla="*/ 1039860 h 2118773"/>
                <a:gd name="connsiteX0" fmla="*/ 0 w 2705986"/>
                <a:gd name="connsiteY0" fmla="*/ 1582121 h 2118773"/>
                <a:gd name="connsiteX1" fmla="*/ 345559 w 2705986"/>
                <a:gd name="connsiteY1" fmla="*/ 1576804 h 2118773"/>
                <a:gd name="connsiteX2" fmla="*/ 552893 w 2705986"/>
                <a:gd name="connsiteY2" fmla="*/ 1183400 h 2118773"/>
                <a:gd name="connsiteX3" fmla="*/ 834657 w 2705986"/>
                <a:gd name="connsiteY3" fmla="*/ 152042 h 2118773"/>
                <a:gd name="connsiteX4" fmla="*/ 1069292 w 2705986"/>
                <a:gd name="connsiteY4" fmla="*/ 142762 h 2118773"/>
                <a:gd name="connsiteX5" fmla="*/ 1379456 w 2705986"/>
                <a:gd name="connsiteY5" fmla="*/ 1670905 h 2118773"/>
                <a:gd name="connsiteX6" fmla="*/ 1496811 w 2705986"/>
                <a:gd name="connsiteY6" fmla="*/ 2066406 h 2118773"/>
                <a:gd name="connsiteX7" fmla="*/ 1678771 w 2705986"/>
                <a:gd name="connsiteY7" fmla="*/ 2073652 h 2118773"/>
                <a:gd name="connsiteX8" fmla="*/ 1827657 w 2705986"/>
                <a:gd name="connsiteY8" fmla="*/ 1690405 h 2118773"/>
                <a:gd name="connsiteX9" fmla="*/ 1982973 w 2705986"/>
                <a:gd name="connsiteY9" fmla="*/ 1162135 h 2118773"/>
                <a:gd name="connsiteX10" fmla="*/ 2190308 w 2705986"/>
                <a:gd name="connsiteY10" fmla="*/ 1045176 h 2118773"/>
                <a:gd name="connsiteX11" fmla="*/ 2705986 w 2705986"/>
                <a:gd name="connsiteY11" fmla="*/ 1039860 h 2118773"/>
                <a:gd name="connsiteX0" fmla="*/ 0 w 2705986"/>
                <a:gd name="connsiteY0" fmla="*/ 1582121 h 2118773"/>
                <a:gd name="connsiteX1" fmla="*/ 345559 w 2705986"/>
                <a:gd name="connsiteY1" fmla="*/ 1576804 h 2118773"/>
                <a:gd name="connsiteX2" fmla="*/ 552893 w 2705986"/>
                <a:gd name="connsiteY2" fmla="*/ 1183400 h 2118773"/>
                <a:gd name="connsiteX3" fmla="*/ 834657 w 2705986"/>
                <a:gd name="connsiteY3" fmla="*/ 152042 h 2118773"/>
                <a:gd name="connsiteX4" fmla="*/ 1069292 w 2705986"/>
                <a:gd name="connsiteY4" fmla="*/ 142762 h 2118773"/>
                <a:gd name="connsiteX5" fmla="*/ 1379456 w 2705986"/>
                <a:gd name="connsiteY5" fmla="*/ 1670905 h 2118773"/>
                <a:gd name="connsiteX6" fmla="*/ 1496811 w 2705986"/>
                <a:gd name="connsiteY6" fmla="*/ 2066406 h 2118773"/>
                <a:gd name="connsiteX7" fmla="*/ 1702416 w 2705986"/>
                <a:gd name="connsiteY7" fmla="*/ 2073652 h 2118773"/>
                <a:gd name="connsiteX8" fmla="*/ 1827657 w 2705986"/>
                <a:gd name="connsiteY8" fmla="*/ 1690405 h 2118773"/>
                <a:gd name="connsiteX9" fmla="*/ 1982973 w 2705986"/>
                <a:gd name="connsiteY9" fmla="*/ 1162135 h 2118773"/>
                <a:gd name="connsiteX10" fmla="*/ 2190308 w 2705986"/>
                <a:gd name="connsiteY10" fmla="*/ 1045176 h 2118773"/>
                <a:gd name="connsiteX11" fmla="*/ 2705986 w 2705986"/>
                <a:gd name="connsiteY11" fmla="*/ 1039860 h 2118773"/>
                <a:gd name="connsiteX0" fmla="*/ 0 w 2705986"/>
                <a:gd name="connsiteY0" fmla="*/ 1582121 h 2106020"/>
                <a:gd name="connsiteX1" fmla="*/ 345559 w 2705986"/>
                <a:gd name="connsiteY1" fmla="*/ 1576804 h 2106020"/>
                <a:gd name="connsiteX2" fmla="*/ 552893 w 2705986"/>
                <a:gd name="connsiteY2" fmla="*/ 1183400 h 2106020"/>
                <a:gd name="connsiteX3" fmla="*/ 834657 w 2705986"/>
                <a:gd name="connsiteY3" fmla="*/ 152042 h 2106020"/>
                <a:gd name="connsiteX4" fmla="*/ 1069292 w 2705986"/>
                <a:gd name="connsiteY4" fmla="*/ 142762 h 2106020"/>
                <a:gd name="connsiteX5" fmla="*/ 1379456 w 2705986"/>
                <a:gd name="connsiteY5" fmla="*/ 1670905 h 2106020"/>
                <a:gd name="connsiteX6" fmla="*/ 1496811 w 2705986"/>
                <a:gd name="connsiteY6" fmla="*/ 2066406 h 2106020"/>
                <a:gd name="connsiteX7" fmla="*/ 1707145 w 2705986"/>
                <a:gd name="connsiteY7" fmla="*/ 2049589 h 2106020"/>
                <a:gd name="connsiteX8" fmla="*/ 1827657 w 2705986"/>
                <a:gd name="connsiteY8" fmla="*/ 1690405 h 2106020"/>
                <a:gd name="connsiteX9" fmla="*/ 1982973 w 2705986"/>
                <a:gd name="connsiteY9" fmla="*/ 1162135 h 2106020"/>
                <a:gd name="connsiteX10" fmla="*/ 2190308 w 2705986"/>
                <a:gd name="connsiteY10" fmla="*/ 1045176 h 2106020"/>
                <a:gd name="connsiteX11" fmla="*/ 2705986 w 2705986"/>
                <a:gd name="connsiteY11" fmla="*/ 1039860 h 2106020"/>
                <a:gd name="connsiteX0" fmla="*/ 0 w 2705986"/>
                <a:gd name="connsiteY0" fmla="*/ 1582121 h 2118773"/>
                <a:gd name="connsiteX1" fmla="*/ 345559 w 2705986"/>
                <a:gd name="connsiteY1" fmla="*/ 1576804 h 2118773"/>
                <a:gd name="connsiteX2" fmla="*/ 552893 w 2705986"/>
                <a:gd name="connsiteY2" fmla="*/ 1183400 h 2118773"/>
                <a:gd name="connsiteX3" fmla="*/ 834657 w 2705986"/>
                <a:gd name="connsiteY3" fmla="*/ 152042 h 2118773"/>
                <a:gd name="connsiteX4" fmla="*/ 1069292 w 2705986"/>
                <a:gd name="connsiteY4" fmla="*/ 142762 h 2118773"/>
                <a:gd name="connsiteX5" fmla="*/ 1379456 w 2705986"/>
                <a:gd name="connsiteY5" fmla="*/ 1670905 h 2118773"/>
                <a:gd name="connsiteX6" fmla="*/ 1496811 w 2705986"/>
                <a:gd name="connsiteY6" fmla="*/ 2066406 h 2118773"/>
                <a:gd name="connsiteX7" fmla="*/ 1707145 w 2705986"/>
                <a:gd name="connsiteY7" fmla="*/ 2073652 h 2118773"/>
                <a:gd name="connsiteX8" fmla="*/ 1827657 w 2705986"/>
                <a:gd name="connsiteY8" fmla="*/ 1690405 h 2118773"/>
                <a:gd name="connsiteX9" fmla="*/ 1982973 w 2705986"/>
                <a:gd name="connsiteY9" fmla="*/ 1162135 h 2118773"/>
                <a:gd name="connsiteX10" fmla="*/ 2190308 w 2705986"/>
                <a:gd name="connsiteY10" fmla="*/ 1045176 h 2118773"/>
                <a:gd name="connsiteX11" fmla="*/ 2705986 w 2705986"/>
                <a:gd name="connsiteY11" fmla="*/ 1039860 h 2118773"/>
                <a:gd name="connsiteX0" fmla="*/ 0 w 2705986"/>
                <a:gd name="connsiteY0" fmla="*/ 1593707 h 2130359"/>
                <a:gd name="connsiteX1" fmla="*/ 345559 w 2705986"/>
                <a:gd name="connsiteY1" fmla="*/ 1588390 h 2130359"/>
                <a:gd name="connsiteX2" fmla="*/ 552893 w 2705986"/>
                <a:gd name="connsiteY2" fmla="*/ 1194986 h 2130359"/>
                <a:gd name="connsiteX3" fmla="*/ 834657 w 2705986"/>
                <a:gd name="connsiteY3" fmla="*/ 163628 h 2130359"/>
                <a:gd name="connsiteX4" fmla="*/ 1088209 w 2705986"/>
                <a:gd name="connsiteY4" fmla="*/ 159161 h 2130359"/>
                <a:gd name="connsiteX5" fmla="*/ 1379456 w 2705986"/>
                <a:gd name="connsiteY5" fmla="*/ 1682491 h 2130359"/>
                <a:gd name="connsiteX6" fmla="*/ 1496811 w 2705986"/>
                <a:gd name="connsiteY6" fmla="*/ 2077992 h 2130359"/>
                <a:gd name="connsiteX7" fmla="*/ 1707145 w 2705986"/>
                <a:gd name="connsiteY7" fmla="*/ 2085238 h 2130359"/>
                <a:gd name="connsiteX8" fmla="*/ 1827657 w 2705986"/>
                <a:gd name="connsiteY8" fmla="*/ 1701991 h 2130359"/>
                <a:gd name="connsiteX9" fmla="*/ 1982973 w 2705986"/>
                <a:gd name="connsiteY9" fmla="*/ 1173721 h 2130359"/>
                <a:gd name="connsiteX10" fmla="*/ 2190308 w 2705986"/>
                <a:gd name="connsiteY10" fmla="*/ 1056762 h 2130359"/>
                <a:gd name="connsiteX11" fmla="*/ 2705986 w 2705986"/>
                <a:gd name="connsiteY11" fmla="*/ 1051446 h 2130359"/>
                <a:gd name="connsiteX0" fmla="*/ 0 w 2705986"/>
                <a:gd name="connsiteY0" fmla="*/ 1591357 h 2128009"/>
                <a:gd name="connsiteX1" fmla="*/ 345559 w 2705986"/>
                <a:gd name="connsiteY1" fmla="*/ 1586040 h 2128009"/>
                <a:gd name="connsiteX2" fmla="*/ 552893 w 2705986"/>
                <a:gd name="connsiteY2" fmla="*/ 1192636 h 2128009"/>
                <a:gd name="connsiteX3" fmla="*/ 811012 w 2705986"/>
                <a:gd name="connsiteY3" fmla="*/ 166091 h 2128009"/>
                <a:gd name="connsiteX4" fmla="*/ 1088209 w 2705986"/>
                <a:gd name="connsiteY4" fmla="*/ 156811 h 2128009"/>
                <a:gd name="connsiteX5" fmla="*/ 1379456 w 2705986"/>
                <a:gd name="connsiteY5" fmla="*/ 1680141 h 2128009"/>
                <a:gd name="connsiteX6" fmla="*/ 1496811 w 2705986"/>
                <a:gd name="connsiteY6" fmla="*/ 2075642 h 2128009"/>
                <a:gd name="connsiteX7" fmla="*/ 1707145 w 2705986"/>
                <a:gd name="connsiteY7" fmla="*/ 2082888 h 2128009"/>
                <a:gd name="connsiteX8" fmla="*/ 1827657 w 2705986"/>
                <a:gd name="connsiteY8" fmla="*/ 1699641 h 2128009"/>
                <a:gd name="connsiteX9" fmla="*/ 1982973 w 2705986"/>
                <a:gd name="connsiteY9" fmla="*/ 1171371 h 2128009"/>
                <a:gd name="connsiteX10" fmla="*/ 2190308 w 2705986"/>
                <a:gd name="connsiteY10" fmla="*/ 1054412 h 2128009"/>
                <a:gd name="connsiteX11" fmla="*/ 2705986 w 2705986"/>
                <a:gd name="connsiteY11" fmla="*/ 1049096 h 2128009"/>
                <a:gd name="connsiteX0" fmla="*/ 0 w 2705986"/>
                <a:gd name="connsiteY0" fmla="*/ 1593707 h 2130359"/>
                <a:gd name="connsiteX1" fmla="*/ 345559 w 2705986"/>
                <a:gd name="connsiteY1" fmla="*/ 1588390 h 2130359"/>
                <a:gd name="connsiteX2" fmla="*/ 552893 w 2705986"/>
                <a:gd name="connsiteY2" fmla="*/ 1194986 h 2130359"/>
                <a:gd name="connsiteX3" fmla="*/ 782638 w 2705986"/>
                <a:gd name="connsiteY3" fmla="*/ 163628 h 2130359"/>
                <a:gd name="connsiteX4" fmla="*/ 1088209 w 2705986"/>
                <a:gd name="connsiteY4" fmla="*/ 159161 h 2130359"/>
                <a:gd name="connsiteX5" fmla="*/ 1379456 w 2705986"/>
                <a:gd name="connsiteY5" fmla="*/ 1682491 h 2130359"/>
                <a:gd name="connsiteX6" fmla="*/ 1496811 w 2705986"/>
                <a:gd name="connsiteY6" fmla="*/ 2077992 h 2130359"/>
                <a:gd name="connsiteX7" fmla="*/ 1707145 w 2705986"/>
                <a:gd name="connsiteY7" fmla="*/ 2085238 h 2130359"/>
                <a:gd name="connsiteX8" fmla="*/ 1827657 w 2705986"/>
                <a:gd name="connsiteY8" fmla="*/ 1701991 h 2130359"/>
                <a:gd name="connsiteX9" fmla="*/ 1982973 w 2705986"/>
                <a:gd name="connsiteY9" fmla="*/ 1173721 h 2130359"/>
                <a:gd name="connsiteX10" fmla="*/ 2190308 w 2705986"/>
                <a:gd name="connsiteY10" fmla="*/ 1056762 h 2130359"/>
                <a:gd name="connsiteX11" fmla="*/ 2705986 w 2705986"/>
                <a:gd name="connsiteY11" fmla="*/ 1051446 h 2130359"/>
                <a:gd name="connsiteX0" fmla="*/ 0 w 2705986"/>
                <a:gd name="connsiteY0" fmla="*/ 1590683 h 2127335"/>
                <a:gd name="connsiteX1" fmla="*/ 345559 w 2705986"/>
                <a:gd name="connsiteY1" fmla="*/ 1585366 h 2127335"/>
                <a:gd name="connsiteX2" fmla="*/ 552893 w 2705986"/>
                <a:gd name="connsiteY2" fmla="*/ 1191962 h 2127335"/>
                <a:gd name="connsiteX3" fmla="*/ 782638 w 2705986"/>
                <a:gd name="connsiteY3" fmla="*/ 160604 h 2127335"/>
                <a:gd name="connsiteX4" fmla="*/ 1111854 w 2705986"/>
                <a:gd name="connsiteY4" fmla="*/ 160949 h 2127335"/>
                <a:gd name="connsiteX5" fmla="*/ 1379456 w 2705986"/>
                <a:gd name="connsiteY5" fmla="*/ 1679467 h 2127335"/>
                <a:gd name="connsiteX6" fmla="*/ 1496811 w 2705986"/>
                <a:gd name="connsiteY6" fmla="*/ 2074968 h 2127335"/>
                <a:gd name="connsiteX7" fmla="*/ 1707145 w 2705986"/>
                <a:gd name="connsiteY7" fmla="*/ 2082214 h 2127335"/>
                <a:gd name="connsiteX8" fmla="*/ 1827657 w 2705986"/>
                <a:gd name="connsiteY8" fmla="*/ 1698967 h 2127335"/>
                <a:gd name="connsiteX9" fmla="*/ 1982973 w 2705986"/>
                <a:gd name="connsiteY9" fmla="*/ 1170697 h 2127335"/>
                <a:gd name="connsiteX10" fmla="*/ 2190308 w 2705986"/>
                <a:gd name="connsiteY10" fmla="*/ 1053738 h 2127335"/>
                <a:gd name="connsiteX11" fmla="*/ 2705986 w 2705986"/>
                <a:gd name="connsiteY11" fmla="*/ 1048422 h 2127335"/>
                <a:gd name="connsiteX0" fmla="*/ 0 w 2705986"/>
                <a:gd name="connsiteY0" fmla="*/ 1593098 h 2129750"/>
                <a:gd name="connsiteX1" fmla="*/ 345559 w 2705986"/>
                <a:gd name="connsiteY1" fmla="*/ 1587781 h 2129750"/>
                <a:gd name="connsiteX2" fmla="*/ 552893 w 2705986"/>
                <a:gd name="connsiteY2" fmla="*/ 1194377 h 2129750"/>
                <a:gd name="connsiteX3" fmla="*/ 754264 w 2705986"/>
                <a:gd name="connsiteY3" fmla="*/ 158206 h 2129750"/>
                <a:gd name="connsiteX4" fmla="*/ 1111854 w 2705986"/>
                <a:gd name="connsiteY4" fmla="*/ 163364 h 2129750"/>
                <a:gd name="connsiteX5" fmla="*/ 1379456 w 2705986"/>
                <a:gd name="connsiteY5" fmla="*/ 1681882 h 2129750"/>
                <a:gd name="connsiteX6" fmla="*/ 1496811 w 2705986"/>
                <a:gd name="connsiteY6" fmla="*/ 2077383 h 2129750"/>
                <a:gd name="connsiteX7" fmla="*/ 1707145 w 2705986"/>
                <a:gd name="connsiteY7" fmla="*/ 2084629 h 2129750"/>
                <a:gd name="connsiteX8" fmla="*/ 1827657 w 2705986"/>
                <a:gd name="connsiteY8" fmla="*/ 1701382 h 2129750"/>
                <a:gd name="connsiteX9" fmla="*/ 1982973 w 2705986"/>
                <a:gd name="connsiteY9" fmla="*/ 1173112 h 2129750"/>
                <a:gd name="connsiteX10" fmla="*/ 2190308 w 2705986"/>
                <a:gd name="connsiteY10" fmla="*/ 1056153 h 2129750"/>
                <a:gd name="connsiteX11" fmla="*/ 2705986 w 2705986"/>
                <a:gd name="connsiteY11" fmla="*/ 1050837 h 2129750"/>
                <a:gd name="connsiteX0" fmla="*/ 0 w 2705986"/>
                <a:gd name="connsiteY0" fmla="*/ 1572218 h 2108870"/>
                <a:gd name="connsiteX1" fmla="*/ 345559 w 2705986"/>
                <a:gd name="connsiteY1" fmla="*/ 1566901 h 2108870"/>
                <a:gd name="connsiteX2" fmla="*/ 552893 w 2705986"/>
                <a:gd name="connsiteY2" fmla="*/ 1173497 h 2108870"/>
                <a:gd name="connsiteX3" fmla="*/ 754264 w 2705986"/>
                <a:gd name="connsiteY3" fmla="*/ 137326 h 2108870"/>
                <a:gd name="connsiteX4" fmla="*/ 1111854 w 2705986"/>
                <a:gd name="connsiteY4" fmla="*/ 142484 h 2108870"/>
                <a:gd name="connsiteX5" fmla="*/ 1379456 w 2705986"/>
                <a:gd name="connsiteY5" fmla="*/ 1661002 h 2108870"/>
                <a:gd name="connsiteX6" fmla="*/ 1496811 w 2705986"/>
                <a:gd name="connsiteY6" fmla="*/ 2056503 h 2108870"/>
                <a:gd name="connsiteX7" fmla="*/ 1707145 w 2705986"/>
                <a:gd name="connsiteY7" fmla="*/ 2063749 h 2108870"/>
                <a:gd name="connsiteX8" fmla="*/ 1827657 w 2705986"/>
                <a:gd name="connsiteY8" fmla="*/ 1680502 h 2108870"/>
                <a:gd name="connsiteX9" fmla="*/ 1982973 w 2705986"/>
                <a:gd name="connsiteY9" fmla="*/ 1152232 h 2108870"/>
                <a:gd name="connsiteX10" fmla="*/ 2190308 w 2705986"/>
                <a:gd name="connsiteY10" fmla="*/ 1035273 h 2108870"/>
                <a:gd name="connsiteX11" fmla="*/ 2705986 w 2705986"/>
                <a:gd name="connsiteY11" fmla="*/ 1029957 h 2108870"/>
                <a:gd name="connsiteX0" fmla="*/ 0 w 2705986"/>
                <a:gd name="connsiteY0" fmla="*/ 1559557 h 2096209"/>
                <a:gd name="connsiteX1" fmla="*/ 345559 w 2705986"/>
                <a:gd name="connsiteY1" fmla="*/ 1554240 h 2096209"/>
                <a:gd name="connsiteX2" fmla="*/ 552893 w 2705986"/>
                <a:gd name="connsiteY2" fmla="*/ 1160836 h 2096209"/>
                <a:gd name="connsiteX3" fmla="*/ 754264 w 2705986"/>
                <a:gd name="connsiteY3" fmla="*/ 124665 h 2096209"/>
                <a:gd name="connsiteX4" fmla="*/ 1111854 w 2705986"/>
                <a:gd name="connsiteY4" fmla="*/ 129823 h 2096209"/>
                <a:gd name="connsiteX5" fmla="*/ 1379456 w 2705986"/>
                <a:gd name="connsiteY5" fmla="*/ 1648341 h 2096209"/>
                <a:gd name="connsiteX6" fmla="*/ 1496811 w 2705986"/>
                <a:gd name="connsiteY6" fmla="*/ 2043842 h 2096209"/>
                <a:gd name="connsiteX7" fmla="*/ 1707145 w 2705986"/>
                <a:gd name="connsiteY7" fmla="*/ 2051088 h 2096209"/>
                <a:gd name="connsiteX8" fmla="*/ 1827657 w 2705986"/>
                <a:gd name="connsiteY8" fmla="*/ 1667841 h 2096209"/>
                <a:gd name="connsiteX9" fmla="*/ 1982973 w 2705986"/>
                <a:gd name="connsiteY9" fmla="*/ 1139571 h 2096209"/>
                <a:gd name="connsiteX10" fmla="*/ 2190308 w 2705986"/>
                <a:gd name="connsiteY10" fmla="*/ 1022612 h 2096209"/>
                <a:gd name="connsiteX11" fmla="*/ 2705986 w 2705986"/>
                <a:gd name="connsiteY11" fmla="*/ 1017296 h 2096209"/>
                <a:gd name="connsiteX0" fmla="*/ 0 w 2705986"/>
                <a:gd name="connsiteY0" fmla="*/ 1551848 h 2088500"/>
                <a:gd name="connsiteX1" fmla="*/ 345559 w 2705986"/>
                <a:gd name="connsiteY1" fmla="*/ 1546531 h 2088500"/>
                <a:gd name="connsiteX2" fmla="*/ 552893 w 2705986"/>
                <a:gd name="connsiteY2" fmla="*/ 1153127 h 2088500"/>
                <a:gd name="connsiteX3" fmla="*/ 754264 w 2705986"/>
                <a:gd name="connsiteY3" fmla="*/ 116956 h 2088500"/>
                <a:gd name="connsiteX4" fmla="*/ 1064564 w 2705986"/>
                <a:gd name="connsiteY4" fmla="*/ 136552 h 2088500"/>
                <a:gd name="connsiteX5" fmla="*/ 1379456 w 2705986"/>
                <a:gd name="connsiteY5" fmla="*/ 1640632 h 2088500"/>
                <a:gd name="connsiteX6" fmla="*/ 1496811 w 2705986"/>
                <a:gd name="connsiteY6" fmla="*/ 2036133 h 2088500"/>
                <a:gd name="connsiteX7" fmla="*/ 1707145 w 2705986"/>
                <a:gd name="connsiteY7" fmla="*/ 2043379 h 2088500"/>
                <a:gd name="connsiteX8" fmla="*/ 1827657 w 2705986"/>
                <a:gd name="connsiteY8" fmla="*/ 1660132 h 2088500"/>
                <a:gd name="connsiteX9" fmla="*/ 1982973 w 2705986"/>
                <a:gd name="connsiteY9" fmla="*/ 1131862 h 2088500"/>
                <a:gd name="connsiteX10" fmla="*/ 2190308 w 2705986"/>
                <a:gd name="connsiteY10" fmla="*/ 1014903 h 2088500"/>
                <a:gd name="connsiteX11" fmla="*/ 2705986 w 2705986"/>
                <a:gd name="connsiteY11" fmla="*/ 1009587 h 2088500"/>
                <a:gd name="connsiteX0" fmla="*/ 0 w 2705986"/>
                <a:gd name="connsiteY0" fmla="*/ 1551429 h 2088081"/>
                <a:gd name="connsiteX1" fmla="*/ 345559 w 2705986"/>
                <a:gd name="connsiteY1" fmla="*/ 1546112 h 2088081"/>
                <a:gd name="connsiteX2" fmla="*/ 521694 w 2705986"/>
                <a:gd name="connsiteY2" fmla="*/ 1146358 h 2088081"/>
                <a:gd name="connsiteX3" fmla="*/ 754264 w 2705986"/>
                <a:gd name="connsiteY3" fmla="*/ 116537 h 2088081"/>
                <a:gd name="connsiteX4" fmla="*/ 1064564 w 2705986"/>
                <a:gd name="connsiteY4" fmla="*/ 136133 h 2088081"/>
                <a:gd name="connsiteX5" fmla="*/ 1379456 w 2705986"/>
                <a:gd name="connsiteY5" fmla="*/ 1640213 h 2088081"/>
                <a:gd name="connsiteX6" fmla="*/ 1496811 w 2705986"/>
                <a:gd name="connsiteY6" fmla="*/ 2035714 h 2088081"/>
                <a:gd name="connsiteX7" fmla="*/ 1707145 w 2705986"/>
                <a:gd name="connsiteY7" fmla="*/ 2042960 h 2088081"/>
                <a:gd name="connsiteX8" fmla="*/ 1827657 w 2705986"/>
                <a:gd name="connsiteY8" fmla="*/ 1659713 h 2088081"/>
                <a:gd name="connsiteX9" fmla="*/ 1982973 w 2705986"/>
                <a:gd name="connsiteY9" fmla="*/ 1131443 h 2088081"/>
                <a:gd name="connsiteX10" fmla="*/ 2190308 w 2705986"/>
                <a:gd name="connsiteY10" fmla="*/ 1014484 h 2088081"/>
                <a:gd name="connsiteX11" fmla="*/ 2705986 w 2705986"/>
                <a:gd name="connsiteY11" fmla="*/ 1009168 h 2088081"/>
                <a:gd name="connsiteX0" fmla="*/ 0 w 2705986"/>
                <a:gd name="connsiteY0" fmla="*/ 1551429 h 2088081"/>
                <a:gd name="connsiteX1" fmla="*/ 345559 w 2705986"/>
                <a:gd name="connsiteY1" fmla="*/ 1514362 h 2088081"/>
                <a:gd name="connsiteX2" fmla="*/ 521694 w 2705986"/>
                <a:gd name="connsiteY2" fmla="*/ 1146358 h 2088081"/>
                <a:gd name="connsiteX3" fmla="*/ 754264 w 2705986"/>
                <a:gd name="connsiteY3" fmla="*/ 116537 h 2088081"/>
                <a:gd name="connsiteX4" fmla="*/ 1064564 w 2705986"/>
                <a:gd name="connsiteY4" fmla="*/ 136133 h 2088081"/>
                <a:gd name="connsiteX5" fmla="*/ 1379456 w 2705986"/>
                <a:gd name="connsiteY5" fmla="*/ 1640213 h 2088081"/>
                <a:gd name="connsiteX6" fmla="*/ 1496811 w 2705986"/>
                <a:gd name="connsiteY6" fmla="*/ 2035714 h 2088081"/>
                <a:gd name="connsiteX7" fmla="*/ 1707145 w 2705986"/>
                <a:gd name="connsiteY7" fmla="*/ 2042960 h 2088081"/>
                <a:gd name="connsiteX8" fmla="*/ 1827657 w 2705986"/>
                <a:gd name="connsiteY8" fmla="*/ 1659713 h 2088081"/>
                <a:gd name="connsiteX9" fmla="*/ 1982973 w 2705986"/>
                <a:gd name="connsiteY9" fmla="*/ 1131443 h 2088081"/>
                <a:gd name="connsiteX10" fmla="*/ 2190308 w 2705986"/>
                <a:gd name="connsiteY10" fmla="*/ 1014484 h 2088081"/>
                <a:gd name="connsiteX11" fmla="*/ 2705986 w 2705986"/>
                <a:gd name="connsiteY11" fmla="*/ 1009168 h 2088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05986" h="2088081">
                  <a:moveTo>
                    <a:pt x="0" y="1551429"/>
                  </a:moveTo>
                  <a:cubicBezTo>
                    <a:pt x="115186" y="1549657"/>
                    <a:pt x="258610" y="1581874"/>
                    <a:pt x="345559" y="1514362"/>
                  </a:cubicBezTo>
                  <a:cubicBezTo>
                    <a:pt x="432508" y="1446850"/>
                    <a:pt x="453577" y="1379329"/>
                    <a:pt x="521694" y="1146358"/>
                  </a:cubicBezTo>
                  <a:cubicBezTo>
                    <a:pt x="589811" y="913387"/>
                    <a:pt x="663786" y="284908"/>
                    <a:pt x="754264" y="116537"/>
                  </a:cubicBezTo>
                  <a:cubicBezTo>
                    <a:pt x="844742" y="-51834"/>
                    <a:pt x="1002925" y="-31185"/>
                    <a:pt x="1064564" y="136133"/>
                  </a:cubicBezTo>
                  <a:cubicBezTo>
                    <a:pt x="1126203" y="303451"/>
                    <a:pt x="1307415" y="1323616"/>
                    <a:pt x="1379456" y="1640213"/>
                  </a:cubicBezTo>
                  <a:cubicBezTo>
                    <a:pt x="1451497" y="1956810"/>
                    <a:pt x="1442196" y="1968590"/>
                    <a:pt x="1496811" y="2035714"/>
                  </a:cubicBezTo>
                  <a:cubicBezTo>
                    <a:pt x="1551426" y="2102838"/>
                    <a:pt x="1652004" y="2105627"/>
                    <a:pt x="1707145" y="2042960"/>
                  </a:cubicBezTo>
                  <a:cubicBezTo>
                    <a:pt x="1762286" y="1980293"/>
                    <a:pt x="1781686" y="1811632"/>
                    <a:pt x="1827657" y="1659713"/>
                  </a:cubicBezTo>
                  <a:cubicBezTo>
                    <a:pt x="1873628" y="1507794"/>
                    <a:pt x="1922531" y="1238981"/>
                    <a:pt x="1982973" y="1131443"/>
                  </a:cubicBezTo>
                  <a:cubicBezTo>
                    <a:pt x="2043415" y="1023905"/>
                    <a:pt x="2069806" y="1034863"/>
                    <a:pt x="2190308" y="1014484"/>
                  </a:cubicBezTo>
                  <a:cubicBezTo>
                    <a:pt x="2310810" y="994105"/>
                    <a:pt x="2476500" y="1007838"/>
                    <a:pt x="2705986" y="1009168"/>
                  </a:cubicBezTo>
                </a:path>
              </a:pathLst>
            </a:custGeom>
            <a:ln w="190500" cap="flat">
              <a:solidFill>
                <a:schemeClr val="bg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KR" dirty="0"/>
            </a:p>
          </p:txBody>
        </p:sp>
      </p:grpSp>
    </p:spTree>
    <p:extLst>
      <p:ext uri="{BB962C8B-B14F-4D97-AF65-F5344CB8AC3E}">
        <p14:creationId xmlns:p14="http://schemas.microsoft.com/office/powerpoint/2010/main" val="681631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16</Words>
  <Application>Microsoft Macintosh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한요섭</dc:creator>
  <cp:lastModifiedBy>한요섭</cp:lastModifiedBy>
  <cp:revision>3</cp:revision>
  <dcterms:created xsi:type="dcterms:W3CDTF">2025-08-12T14:34:40Z</dcterms:created>
  <dcterms:modified xsi:type="dcterms:W3CDTF">2025-08-13T08:21:24Z</dcterms:modified>
</cp:coreProperties>
</file>